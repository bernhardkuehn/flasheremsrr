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CE2"/>
    <a:srgbClr val="186676"/>
    <a:srgbClr val="1D7F91"/>
    <a:srgbClr val="44B2A8"/>
    <a:srgbClr val="3A988F"/>
    <a:srgbClr val="D3870B"/>
    <a:srgbClr val="F4AB34"/>
    <a:srgbClr val="C7871F"/>
    <a:srgbClr val="843C0C"/>
    <a:srgbClr val="E4B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93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CE2BD-E19F-4C44-B6BF-A25EA2246A11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39061-0B31-4252-9CFA-F9D1C08F2C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76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CBF04-5686-4E1C-86C5-F7018C576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CA0B70-AAA0-4E65-9687-AFE66EE2C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717941-A97D-42BA-B2E4-EDCB88EE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3D5537-DF1D-42C7-8FE8-3401A559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D5DFF0-5610-443E-8C3F-4C8FEE33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85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39ED4-861D-4519-A39D-677E66E8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00EAFE-F187-4E60-87A8-B37AD29C3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34435A-67AE-40B4-BF2A-EF1BCC0A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174BB3-CC14-431B-9A0D-3820BB8E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8D3EF7-2CF6-43B9-9D61-E261BCD2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54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1BB1F-7FB2-4197-8E28-07B0AF66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63C0D5-00CB-45E6-8CE5-F6B97014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47BE1-2112-4F8B-BA80-7FABF980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79D6A1-6FF4-41D6-9931-3E2D16B1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03ABA0-4237-480C-8A17-D76EE26E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16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27C77-60B0-495A-B9B8-FFCA96C2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2F661C-B3F4-430E-AC6A-C39047969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392ECF-A6EF-42BA-9837-54627AB89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8B3510-B7F2-440A-8E86-C19C6052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879D17-6EE2-41BC-8E04-A0914E2E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6470C2-E8CF-45DB-97FE-3189BD76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96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D488B-CBEB-4CA5-A05C-52B1D6B4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D2032-6FD2-4A21-9E38-73929E7D3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41170C-90C2-4CED-9364-4EB2C3B3E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F363D2-E664-41D9-960D-19339840D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442E50-D10A-418C-9457-FF550254F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C2187E-72C8-4AC0-8F5A-2E39946E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1E67D0A-1822-4E71-9CF5-7F09D181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EC5B93-03E5-46C8-ACCD-D7D23F3A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88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715C8-8E9E-4DCD-8D54-12896337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4A2594-E1C6-4B34-BF01-E40798AA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A89817-6549-452D-A752-DBD4ABB1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951EA6-84E9-437C-AE43-CC6B0199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3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E33F7C-F0FC-4B7F-AA95-4013327E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0B3FF9-968B-4F1C-8001-71E3C61D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A53F52-7FD7-44CF-982C-B86EB004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87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C7A9B-0997-4D64-ADF6-A7AFE714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4AC200-9930-4DB2-A070-4AA36B21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6480B4-E045-45D8-9CD6-DF246690F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FD711A-411C-4F88-B0E1-5B8D699B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92D550-A53B-4653-98FD-E6C956B4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E1747B-D73D-421F-BE69-71642F86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98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B3025-F67C-43A0-955B-01212F17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0746F6D-288F-4F13-9B49-57387F8FB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A9047-00D9-4974-B1F0-2631B640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9452C7-1B7E-421A-B197-0BB41809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9E53DA-EC10-4148-A8EE-16E6ABBE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20572D-E009-40FF-AD92-EA06A739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18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2C82B-31FE-4B06-8B81-DB6505CC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B790C02-8F27-4532-99E9-07582440E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B8831-0174-495B-A7C1-9A97FF9A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F284E-65D7-4FE9-A989-EF069C6A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B6C887-65FA-4FD8-B190-B044AE17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62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FA8846-9201-4DB8-B870-9B8CC941D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18D3B-1979-48EB-A7F7-9AFC99E66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CBABAF-4A51-4E50-BAC5-26F6662B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9F26E5-9437-4631-8AEC-F80A89E0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749033-6BA0-4952-8512-3FF2F60A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61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558838-A339-47B6-8720-3CD8A241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9C37D8-1118-400F-A26F-5B20C1C64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413D9-9C18-41CA-92F1-489AEA7AA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E33A54-4D74-4DED-8514-09D934BE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33315-E451-4F0C-A43A-B8BA121D2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66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4778381E-EC2C-4D96-BE25-748FB789A5F2}"/>
              </a:ext>
            </a:extLst>
          </p:cNvPr>
          <p:cNvSpPr/>
          <p:nvPr/>
        </p:nvSpPr>
        <p:spPr>
          <a:xfrm rot="1600008">
            <a:off x="4105035" y="3707515"/>
            <a:ext cx="3582020" cy="3121100"/>
          </a:xfrm>
          <a:custGeom>
            <a:avLst/>
            <a:gdLst>
              <a:gd name="connsiteX0" fmla="*/ 212271 w 3588143"/>
              <a:gd name="connsiteY0" fmla="*/ 29503 h 3157473"/>
              <a:gd name="connsiteX1" fmla="*/ 1687925 w 3588143"/>
              <a:gd name="connsiteY1" fmla="*/ 827286 h 3157473"/>
              <a:gd name="connsiteX2" fmla="*/ 3458920 w 3588143"/>
              <a:gd name="connsiteY2" fmla="*/ 684850 h 3157473"/>
              <a:gd name="connsiteX3" fmla="*/ 3588143 w 3588143"/>
              <a:gd name="connsiteY3" fmla="*/ 648572 h 3157473"/>
              <a:gd name="connsiteX4" fmla="*/ 3582020 w 3588143"/>
              <a:gd name="connsiteY4" fmla="*/ 1379231 h 3157473"/>
              <a:gd name="connsiteX5" fmla="*/ 3581557 w 3588143"/>
              <a:gd name="connsiteY5" fmla="*/ 1379543 h 3157473"/>
              <a:gd name="connsiteX6" fmla="*/ 3578963 w 3588143"/>
              <a:gd name="connsiteY6" fmla="*/ 1701247 h 3157473"/>
              <a:gd name="connsiteX7" fmla="*/ 1537750 w 3588143"/>
              <a:gd name="connsiteY7" fmla="*/ 2759720 h 3157473"/>
              <a:gd name="connsiteX8" fmla="*/ 1527371 w 3588143"/>
              <a:gd name="connsiteY8" fmla="*/ 2766729 h 3157473"/>
              <a:gd name="connsiteX9" fmla="*/ 743982 w 3588143"/>
              <a:gd name="connsiteY9" fmla="*/ 3157473 h 3157473"/>
              <a:gd name="connsiteX10" fmla="*/ 62288 w 3588143"/>
              <a:gd name="connsiteY10" fmla="*/ 2651860 h 3157473"/>
              <a:gd name="connsiteX11" fmla="*/ 37419 w 3588143"/>
              <a:gd name="connsiteY11" fmla="*/ 2165899 h 3157473"/>
              <a:gd name="connsiteX12" fmla="*/ 124275 w 3588143"/>
              <a:gd name="connsiteY12" fmla="*/ 127529 h 3157473"/>
              <a:gd name="connsiteX13" fmla="*/ 212271 w 3588143"/>
              <a:gd name="connsiteY13" fmla="*/ 29503 h 3157473"/>
              <a:gd name="connsiteX0" fmla="*/ 212271 w 3588143"/>
              <a:gd name="connsiteY0" fmla="*/ 21794 h 3149764"/>
              <a:gd name="connsiteX1" fmla="*/ 2253850 w 3588143"/>
              <a:gd name="connsiteY1" fmla="*/ 1177391 h 3149764"/>
              <a:gd name="connsiteX2" fmla="*/ 3458920 w 3588143"/>
              <a:gd name="connsiteY2" fmla="*/ 677141 h 3149764"/>
              <a:gd name="connsiteX3" fmla="*/ 3588143 w 3588143"/>
              <a:gd name="connsiteY3" fmla="*/ 640863 h 3149764"/>
              <a:gd name="connsiteX4" fmla="*/ 3582020 w 3588143"/>
              <a:gd name="connsiteY4" fmla="*/ 1371522 h 3149764"/>
              <a:gd name="connsiteX5" fmla="*/ 3581557 w 3588143"/>
              <a:gd name="connsiteY5" fmla="*/ 1371834 h 3149764"/>
              <a:gd name="connsiteX6" fmla="*/ 3578963 w 3588143"/>
              <a:gd name="connsiteY6" fmla="*/ 1693538 h 3149764"/>
              <a:gd name="connsiteX7" fmla="*/ 1537750 w 3588143"/>
              <a:gd name="connsiteY7" fmla="*/ 2752011 h 3149764"/>
              <a:gd name="connsiteX8" fmla="*/ 1527371 w 3588143"/>
              <a:gd name="connsiteY8" fmla="*/ 2759020 h 3149764"/>
              <a:gd name="connsiteX9" fmla="*/ 743982 w 3588143"/>
              <a:gd name="connsiteY9" fmla="*/ 3149764 h 3149764"/>
              <a:gd name="connsiteX10" fmla="*/ 62288 w 3588143"/>
              <a:gd name="connsiteY10" fmla="*/ 2644151 h 3149764"/>
              <a:gd name="connsiteX11" fmla="*/ 37419 w 3588143"/>
              <a:gd name="connsiteY11" fmla="*/ 2158190 h 3149764"/>
              <a:gd name="connsiteX12" fmla="*/ 124275 w 3588143"/>
              <a:gd name="connsiteY12" fmla="*/ 119820 h 3149764"/>
              <a:gd name="connsiteX13" fmla="*/ 212271 w 3588143"/>
              <a:gd name="connsiteY13" fmla="*/ 21794 h 3149764"/>
              <a:gd name="connsiteX0" fmla="*/ 212271 w 3588143"/>
              <a:gd name="connsiteY0" fmla="*/ 21832 h 3149802"/>
              <a:gd name="connsiteX1" fmla="*/ 2253850 w 3588143"/>
              <a:gd name="connsiteY1" fmla="*/ 1177429 h 3149802"/>
              <a:gd name="connsiteX2" fmla="*/ 3098329 w 3588143"/>
              <a:gd name="connsiteY2" fmla="*/ 808117 h 3149802"/>
              <a:gd name="connsiteX3" fmla="*/ 3588143 w 3588143"/>
              <a:gd name="connsiteY3" fmla="*/ 640901 h 3149802"/>
              <a:gd name="connsiteX4" fmla="*/ 3582020 w 3588143"/>
              <a:gd name="connsiteY4" fmla="*/ 1371560 h 3149802"/>
              <a:gd name="connsiteX5" fmla="*/ 3581557 w 3588143"/>
              <a:gd name="connsiteY5" fmla="*/ 1371872 h 3149802"/>
              <a:gd name="connsiteX6" fmla="*/ 3578963 w 3588143"/>
              <a:gd name="connsiteY6" fmla="*/ 1693576 h 3149802"/>
              <a:gd name="connsiteX7" fmla="*/ 1537750 w 3588143"/>
              <a:gd name="connsiteY7" fmla="*/ 2752049 h 3149802"/>
              <a:gd name="connsiteX8" fmla="*/ 1527371 w 3588143"/>
              <a:gd name="connsiteY8" fmla="*/ 2759058 h 3149802"/>
              <a:gd name="connsiteX9" fmla="*/ 743982 w 3588143"/>
              <a:gd name="connsiteY9" fmla="*/ 3149802 h 3149802"/>
              <a:gd name="connsiteX10" fmla="*/ 62288 w 3588143"/>
              <a:gd name="connsiteY10" fmla="*/ 2644189 h 3149802"/>
              <a:gd name="connsiteX11" fmla="*/ 37419 w 3588143"/>
              <a:gd name="connsiteY11" fmla="*/ 2158228 h 3149802"/>
              <a:gd name="connsiteX12" fmla="*/ 124275 w 3588143"/>
              <a:gd name="connsiteY12" fmla="*/ 119858 h 3149802"/>
              <a:gd name="connsiteX13" fmla="*/ 212271 w 3588143"/>
              <a:gd name="connsiteY13" fmla="*/ 21832 h 3149802"/>
              <a:gd name="connsiteX0" fmla="*/ 212271 w 3588143"/>
              <a:gd name="connsiteY0" fmla="*/ 22545 h 3150515"/>
              <a:gd name="connsiteX1" fmla="*/ 2253850 w 3588143"/>
              <a:gd name="connsiteY1" fmla="*/ 1178142 h 3150515"/>
              <a:gd name="connsiteX2" fmla="*/ 3257164 w 3588143"/>
              <a:gd name="connsiteY2" fmla="*/ 1075157 h 3150515"/>
              <a:gd name="connsiteX3" fmla="*/ 3588143 w 3588143"/>
              <a:gd name="connsiteY3" fmla="*/ 641614 h 3150515"/>
              <a:gd name="connsiteX4" fmla="*/ 3582020 w 3588143"/>
              <a:gd name="connsiteY4" fmla="*/ 1372273 h 3150515"/>
              <a:gd name="connsiteX5" fmla="*/ 3581557 w 3588143"/>
              <a:gd name="connsiteY5" fmla="*/ 1372585 h 3150515"/>
              <a:gd name="connsiteX6" fmla="*/ 3578963 w 3588143"/>
              <a:gd name="connsiteY6" fmla="*/ 1694289 h 3150515"/>
              <a:gd name="connsiteX7" fmla="*/ 1537750 w 3588143"/>
              <a:gd name="connsiteY7" fmla="*/ 2752762 h 3150515"/>
              <a:gd name="connsiteX8" fmla="*/ 1527371 w 3588143"/>
              <a:gd name="connsiteY8" fmla="*/ 2759771 h 3150515"/>
              <a:gd name="connsiteX9" fmla="*/ 743982 w 3588143"/>
              <a:gd name="connsiteY9" fmla="*/ 3150515 h 3150515"/>
              <a:gd name="connsiteX10" fmla="*/ 62288 w 3588143"/>
              <a:gd name="connsiteY10" fmla="*/ 2644902 h 3150515"/>
              <a:gd name="connsiteX11" fmla="*/ 37419 w 3588143"/>
              <a:gd name="connsiteY11" fmla="*/ 2158941 h 3150515"/>
              <a:gd name="connsiteX12" fmla="*/ 124275 w 3588143"/>
              <a:gd name="connsiteY12" fmla="*/ 120571 h 3150515"/>
              <a:gd name="connsiteX13" fmla="*/ 212271 w 3588143"/>
              <a:gd name="connsiteY13" fmla="*/ 22545 h 3150515"/>
              <a:gd name="connsiteX0" fmla="*/ 212271 w 3582020"/>
              <a:gd name="connsiteY0" fmla="*/ 22545 h 3150515"/>
              <a:gd name="connsiteX1" fmla="*/ 2253850 w 3582020"/>
              <a:gd name="connsiteY1" fmla="*/ 1178142 h 3150515"/>
              <a:gd name="connsiteX2" fmla="*/ 3257164 w 3582020"/>
              <a:gd name="connsiteY2" fmla="*/ 1075157 h 3150515"/>
              <a:gd name="connsiteX3" fmla="*/ 3556686 w 3582020"/>
              <a:gd name="connsiteY3" fmla="*/ 988461 h 3150515"/>
              <a:gd name="connsiteX4" fmla="*/ 3582020 w 3582020"/>
              <a:gd name="connsiteY4" fmla="*/ 1372273 h 3150515"/>
              <a:gd name="connsiteX5" fmla="*/ 3581557 w 3582020"/>
              <a:gd name="connsiteY5" fmla="*/ 1372585 h 3150515"/>
              <a:gd name="connsiteX6" fmla="*/ 3578963 w 3582020"/>
              <a:gd name="connsiteY6" fmla="*/ 1694289 h 3150515"/>
              <a:gd name="connsiteX7" fmla="*/ 1537750 w 3582020"/>
              <a:gd name="connsiteY7" fmla="*/ 2752762 h 3150515"/>
              <a:gd name="connsiteX8" fmla="*/ 1527371 w 3582020"/>
              <a:gd name="connsiteY8" fmla="*/ 2759771 h 3150515"/>
              <a:gd name="connsiteX9" fmla="*/ 743982 w 3582020"/>
              <a:gd name="connsiteY9" fmla="*/ 3150515 h 3150515"/>
              <a:gd name="connsiteX10" fmla="*/ 62288 w 3582020"/>
              <a:gd name="connsiteY10" fmla="*/ 2644902 h 3150515"/>
              <a:gd name="connsiteX11" fmla="*/ 37419 w 3582020"/>
              <a:gd name="connsiteY11" fmla="*/ 2158941 h 3150515"/>
              <a:gd name="connsiteX12" fmla="*/ 124275 w 3582020"/>
              <a:gd name="connsiteY12" fmla="*/ 120571 h 3150515"/>
              <a:gd name="connsiteX13" fmla="*/ 212271 w 3582020"/>
              <a:gd name="connsiteY13" fmla="*/ 22545 h 3150515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4555 h 3152525"/>
              <a:gd name="connsiteX1" fmla="*/ 2253850 w 3582020"/>
              <a:gd name="connsiteY1" fmla="*/ 1180152 h 3152525"/>
              <a:gd name="connsiteX2" fmla="*/ 2970901 w 3582020"/>
              <a:gd name="connsiteY2" fmla="*/ 1296173 h 3152525"/>
              <a:gd name="connsiteX3" fmla="*/ 3556686 w 3582020"/>
              <a:gd name="connsiteY3" fmla="*/ 990471 h 3152525"/>
              <a:gd name="connsiteX4" fmla="*/ 3582020 w 3582020"/>
              <a:gd name="connsiteY4" fmla="*/ 1374283 h 3152525"/>
              <a:gd name="connsiteX5" fmla="*/ 3581557 w 3582020"/>
              <a:gd name="connsiteY5" fmla="*/ 1374595 h 3152525"/>
              <a:gd name="connsiteX6" fmla="*/ 3578963 w 3582020"/>
              <a:gd name="connsiteY6" fmla="*/ 1696299 h 3152525"/>
              <a:gd name="connsiteX7" fmla="*/ 1537750 w 3582020"/>
              <a:gd name="connsiteY7" fmla="*/ 2754772 h 3152525"/>
              <a:gd name="connsiteX8" fmla="*/ 1527371 w 3582020"/>
              <a:gd name="connsiteY8" fmla="*/ 2761781 h 3152525"/>
              <a:gd name="connsiteX9" fmla="*/ 743982 w 3582020"/>
              <a:gd name="connsiteY9" fmla="*/ 3152525 h 3152525"/>
              <a:gd name="connsiteX10" fmla="*/ 62288 w 3582020"/>
              <a:gd name="connsiteY10" fmla="*/ 2646912 h 3152525"/>
              <a:gd name="connsiteX11" fmla="*/ 37419 w 3582020"/>
              <a:gd name="connsiteY11" fmla="*/ 2160951 h 3152525"/>
              <a:gd name="connsiteX12" fmla="*/ 124275 w 3582020"/>
              <a:gd name="connsiteY12" fmla="*/ 122581 h 3152525"/>
              <a:gd name="connsiteX13" fmla="*/ 212271 w 3582020"/>
              <a:gd name="connsiteY13" fmla="*/ 24555 h 3152525"/>
              <a:gd name="connsiteX0" fmla="*/ 212271 w 3582020"/>
              <a:gd name="connsiteY0" fmla="*/ 24555 h 3152525"/>
              <a:gd name="connsiteX1" fmla="*/ 2253850 w 3582020"/>
              <a:gd name="connsiteY1" fmla="*/ 1180152 h 3152525"/>
              <a:gd name="connsiteX2" fmla="*/ 2970901 w 3582020"/>
              <a:gd name="connsiteY2" fmla="*/ 1296173 h 3152525"/>
              <a:gd name="connsiteX3" fmla="*/ 3556686 w 3582020"/>
              <a:gd name="connsiteY3" fmla="*/ 990471 h 3152525"/>
              <a:gd name="connsiteX4" fmla="*/ 3582020 w 3582020"/>
              <a:gd name="connsiteY4" fmla="*/ 1374283 h 3152525"/>
              <a:gd name="connsiteX5" fmla="*/ 3581557 w 3582020"/>
              <a:gd name="connsiteY5" fmla="*/ 1374595 h 3152525"/>
              <a:gd name="connsiteX6" fmla="*/ 3578963 w 3582020"/>
              <a:gd name="connsiteY6" fmla="*/ 1696299 h 3152525"/>
              <a:gd name="connsiteX7" fmla="*/ 1537750 w 3582020"/>
              <a:gd name="connsiteY7" fmla="*/ 2754772 h 3152525"/>
              <a:gd name="connsiteX8" fmla="*/ 1527371 w 3582020"/>
              <a:gd name="connsiteY8" fmla="*/ 2761781 h 3152525"/>
              <a:gd name="connsiteX9" fmla="*/ 743982 w 3582020"/>
              <a:gd name="connsiteY9" fmla="*/ 3152525 h 3152525"/>
              <a:gd name="connsiteX10" fmla="*/ 62288 w 3582020"/>
              <a:gd name="connsiteY10" fmla="*/ 2646912 h 3152525"/>
              <a:gd name="connsiteX11" fmla="*/ 37419 w 3582020"/>
              <a:gd name="connsiteY11" fmla="*/ 2160951 h 3152525"/>
              <a:gd name="connsiteX12" fmla="*/ 124275 w 3582020"/>
              <a:gd name="connsiteY12" fmla="*/ 122581 h 3152525"/>
              <a:gd name="connsiteX13" fmla="*/ 212271 w 3582020"/>
              <a:gd name="connsiteY13" fmla="*/ 24555 h 3152525"/>
              <a:gd name="connsiteX0" fmla="*/ 212271 w 3582020"/>
              <a:gd name="connsiteY0" fmla="*/ 23242 h 3151212"/>
              <a:gd name="connsiteX1" fmla="*/ 2253850 w 3582020"/>
              <a:gd name="connsiteY1" fmla="*/ 1178839 h 3151212"/>
              <a:gd name="connsiteX2" fmla="*/ 3119286 w 3582020"/>
              <a:gd name="connsiteY2" fmla="*/ 1320656 h 3151212"/>
              <a:gd name="connsiteX3" fmla="*/ 3556686 w 3582020"/>
              <a:gd name="connsiteY3" fmla="*/ 989158 h 3151212"/>
              <a:gd name="connsiteX4" fmla="*/ 3582020 w 3582020"/>
              <a:gd name="connsiteY4" fmla="*/ 1372970 h 3151212"/>
              <a:gd name="connsiteX5" fmla="*/ 3581557 w 3582020"/>
              <a:gd name="connsiteY5" fmla="*/ 1373282 h 3151212"/>
              <a:gd name="connsiteX6" fmla="*/ 3578963 w 3582020"/>
              <a:gd name="connsiteY6" fmla="*/ 1694986 h 3151212"/>
              <a:gd name="connsiteX7" fmla="*/ 1537750 w 3582020"/>
              <a:gd name="connsiteY7" fmla="*/ 2753459 h 3151212"/>
              <a:gd name="connsiteX8" fmla="*/ 1527371 w 3582020"/>
              <a:gd name="connsiteY8" fmla="*/ 2760468 h 3151212"/>
              <a:gd name="connsiteX9" fmla="*/ 743982 w 3582020"/>
              <a:gd name="connsiteY9" fmla="*/ 3151212 h 3151212"/>
              <a:gd name="connsiteX10" fmla="*/ 62288 w 3582020"/>
              <a:gd name="connsiteY10" fmla="*/ 2645599 h 3151212"/>
              <a:gd name="connsiteX11" fmla="*/ 37419 w 3582020"/>
              <a:gd name="connsiteY11" fmla="*/ 2159638 h 3151212"/>
              <a:gd name="connsiteX12" fmla="*/ 124275 w 3582020"/>
              <a:gd name="connsiteY12" fmla="*/ 121268 h 3151212"/>
              <a:gd name="connsiteX13" fmla="*/ 212271 w 3582020"/>
              <a:gd name="connsiteY13" fmla="*/ 23242 h 3151212"/>
              <a:gd name="connsiteX0" fmla="*/ 212271 w 3582020"/>
              <a:gd name="connsiteY0" fmla="*/ 23975 h 3151945"/>
              <a:gd name="connsiteX1" fmla="*/ 1832820 w 3582020"/>
              <a:gd name="connsiteY1" fmla="*/ 1140228 h 3151945"/>
              <a:gd name="connsiteX2" fmla="*/ 3119286 w 3582020"/>
              <a:gd name="connsiteY2" fmla="*/ 1321389 h 3151945"/>
              <a:gd name="connsiteX3" fmla="*/ 3556686 w 3582020"/>
              <a:gd name="connsiteY3" fmla="*/ 989891 h 3151945"/>
              <a:gd name="connsiteX4" fmla="*/ 3582020 w 3582020"/>
              <a:gd name="connsiteY4" fmla="*/ 1373703 h 3151945"/>
              <a:gd name="connsiteX5" fmla="*/ 3581557 w 3582020"/>
              <a:gd name="connsiteY5" fmla="*/ 1374015 h 3151945"/>
              <a:gd name="connsiteX6" fmla="*/ 3578963 w 3582020"/>
              <a:gd name="connsiteY6" fmla="*/ 1695719 h 3151945"/>
              <a:gd name="connsiteX7" fmla="*/ 1537750 w 3582020"/>
              <a:gd name="connsiteY7" fmla="*/ 2754192 h 3151945"/>
              <a:gd name="connsiteX8" fmla="*/ 1527371 w 3582020"/>
              <a:gd name="connsiteY8" fmla="*/ 2761201 h 3151945"/>
              <a:gd name="connsiteX9" fmla="*/ 743982 w 3582020"/>
              <a:gd name="connsiteY9" fmla="*/ 3151945 h 3151945"/>
              <a:gd name="connsiteX10" fmla="*/ 62288 w 3582020"/>
              <a:gd name="connsiteY10" fmla="*/ 2646332 h 3151945"/>
              <a:gd name="connsiteX11" fmla="*/ 37419 w 3582020"/>
              <a:gd name="connsiteY11" fmla="*/ 2160371 h 3151945"/>
              <a:gd name="connsiteX12" fmla="*/ 124275 w 3582020"/>
              <a:gd name="connsiteY12" fmla="*/ 122001 h 3151945"/>
              <a:gd name="connsiteX13" fmla="*/ 212271 w 3582020"/>
              <a:gd name="connsiteY13" fmla="*/ 23975 h 3151945"/>
              <a:gd name="connsiteX0" fmla="*/ 212271 w 3582020"/>
              <a:gd name="connsiteY0" fmla="*/ 24014 h 3151984"/>
              <a:gd name="connsiteX1" fmla="*/ 1832820 w 3582020"/>
              <a:gd name="connsiteY1" fmla="*/ 1140267 h 3151984"/>
              <a:gd name="connsiteX2" fmla="*/ 2884773 w 3582020"/>
              <a:gd name="connsiteY2" fmla="*/ 1333872 h 3151984"/>
              <a:gd name="connsiteX3" fmla="*/ 3556686 w 3582020"/>
              <a:gd name="connsiteY3" fmla="*/ 989930 h 3151984"/>
              <a:gd name="connsiteX4" fmla="*/ 3582020 w 3582020"/>
              <a:gd name="connsiteY4" fmla="*/ 1373742 h 3151984"/>
              <a:gd name="connsiteX5" fmla="*/ 3581557 w 3582020"/>
              <a:gd name="connsiteY5" fmla="*/ 1374054 h 3151984"/>
              <a:gd name="connsiteX6" fmla="*/ 3578963 w 3582020"/>
              <a:gd name="connsiteY6" fmla="*/ 1695758 h 3151984"/>
              <a:gd name="connsiteX7" fmla="*/ 1537750 w 3582020"/>
              <a:gd name="connsiteY7" fmla="*/ 2754231 h 3151984"/>
              <a:gd name="connsiteX8" fmla="*/ 1527371 w 3582020"/>
              <a:gd name="connsiteY8" fmla="*/ 2761240 h 3151984"/>
              <a:gd name="connsiteX9" fmla="*/ 743982 w 3582020"/>
              <a:gd name="connsiteY9" fmla="*/ 3151984 h 3151984"/>
              <a:gd name="connsiteX10" fmla="*/ 62288 w 3582020"/>
              <a:gd name="connsiteY10" fmla="*/ 2646371 h 3151984"/>
              <a:gd name="connsiteX11" fmla="*/ 37419 w 3582020"/>
              <a:gd name="connsiteY11" fmla="*/ 2160410 h 3151984"/>
              <a:gd name="connsiteX12" fmla="*/ 124275 w 3582020"/>
              <a:gd name="connsiteY12" fmla="*/ 122040 h 3151984"/>
              <a:gd name="connsiteX13" fmla="*/ 212271 w 3582020"/>
              <a:gd name="connsiteY13" fmla="*/ 24014 h 3151984"/>
              <a:gd name="connsiteX0" fmla="*/ 212271 w 3582020"/>
              <a:gd name="connsiteY0" fmla="*/ 24109 h 3152079"/>
              <a:gd name="connsiteX1" fmla="*/ 1832820 w 3582020"/>
              <a:gd name="connsiteY1" fmla="*/ 1140362 h 3152079"/>
              <a:gd name="connsiteX2" fmla="*/ 2714439 w 3582020"/>
              <a:gd name="connsiteY2" fmla="*/ 1364339 h 3152079"/>
              <a:gd name="connsiteX3" fmla="*/ 3556686 w 3582020"/>
              <a:gd name="connsiteY3" fmla="*/ 990025 h 3152079"/>
              <a:gd name="connsiteX4" fmla="*/ 3582020 w 3582020"/>
              <a:gd name="connsiteY4" fmla="*/ 1373837 h 3152079"/>
              <a:gd name="connsiteX5" fmla="*/ 3581557 w 3582020"/>
              <a:gd name="connsiteY5" fmla="*/ 1374149 h 3152079"/>
              <a:gd name="connsiteX6" fmla="*/ 3578963 w 3582020"/>
              <a:gd name="connsiteY6" fmla="*/ 1695853 h 3152079"/>
              <a:gd name="connsiteX7" fmla="*/ 1537750 w 3582020"/>
              <a:gd name="connsiteY7" fmla="*/ 2754326 h 3152079"/>
              <a:gd name="connsiteX8" fmla="*/ 1527371 w 3582020"/>
              <a:gd name="connsiteY8" fmla="*/ 2761335 h 3152079"/>
              <a:gd name="connsiteX9" fmla="*/ 743982 w 3582020"/>
              <a:gd name="connsiteY9" fmla="*/ 3152079 h 3152079"/>
              <a:gd name="connsiteX10" fmla="*/ 62288 w 3582020"/>
              <a:gd name="connsiteY10" fmla="*/ 2646466 h 3152079"/>
              <a:gd name="connsiteX11" fmla="*/ 37419 w 3582020"/>
              <a:gd name="connsiteY11" fmla="*/ 2160505 h 3152079"/>
              <a:gd name="connsiteX12" fmla="*/ 124275 w 3582020"/>
              <a:gd name="connsiteY12" fmla="*/ 122135 h 3152079"/>
              <a:gd name="connsiteX13" fmla="*/ 212271 w 3582020"/>
              <a:gd name="connsiteY13" fmla="*/ 24109 h 3152079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686 w 3582020"/>
              <a:gd name="connsiteY3" fmla="*/ 990082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16378 w 3582020"/>
              <a:gd name="connsiteY8" fmla="*/ 2739504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29195 w 3582020"/>
              <a:gd name="connsiteY7" fmla="*/ 2734318 h 3152136"/>
              <a:gd name="connsiteX8" fmla="*/ 1516378 w 3582020"/>
              <a:gd name="connsiteY8" fmla="*/ 2739504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21100"/>
              <a:gd name="connsiteX1" fmla="*/ 1832820 w 3582020"/>
              <a:gd name="connsiteY1" fmla="*/ 1140419 h 3121100"/>
              <a:gd name="connsiteX2" fmla="*/ 2628275 w 3582020"/>
              <a:gd name="connsiteY2" fmla="*/ 1382591 h 3121100"/>
              <a:gd name="connsiteX3" fmla="*/ 3556847 w 3582020"/>
              <a:gd name="connsiteY3" fmla="*/ 1080288 h 3121100"/>
              <a:gd name="connsiteX4" fmla="*/ 3582020 w 3582020"/>
              <a:gd name="connsiteY4" fmla="*/ 1373894 h 3121100"/>
              <a:gd name="connsiteX5" fmla="*/ 3581557 w 3582020"/>
              <a:gd name="connsiteY5" fmla="*/ 1374206 h 3121100"/>
              <a:gd name="connsiteX6" fmla="*/ 3578963 w 3582020"/>
              <a:gd name="connsiteY6" fmla="*/ 1695910 h 3121100"/>
              <a:gd name="connsiteX7" fmla="*/ 1529195 w 3582020"/>
              <a:gd name="connsiteY7" fmla="*/ 2734318 h 3121100"/>
              <a:gd name="connsiteX8" fmla="*/ 1516378 w 3582020"/>
              <a:gd name="connsiteY8" fmla="*/ 2739504 h 3121100"/>
              <a:gd name="connsiteX9" fmla="*/ 745144 w 3582020"/>
              <a:gd name="connsiteY9" fmla="*/ 3121100 h 3121100"/>
              <a:gd name="connsiteX10" fmla="*/ 62288 w 3582020"/>
              <a:gd name="connsiteY10" fmla="*/ 2646523 h 3121100"/>
              <a:gd name="connsiteX11" fmla="*/ 37419 w 3582020"/>
              <a:gd name="connsiteY11" fmla="*/ 2160562 h 3121100"/>
              <a:gd name="connsiteX12" fmla="*/ 124275 w 3582020"/>
              <a:gd name="connsiteY12" fmla="*/ 122192 h 3121100"/>
              <a:gd name="connsiteX13" fmla="*/ 212271 w 3582020"/>
              <a:gd name="connsiteY13" fmla="*/ 24166 h 3121100"/>
              <a:gd name="connsiteX0" fmla="*/ 212271 w 3582020"/>
              <a:gd name="connsiteY0" fmla="*/ 24166 h 3121100"/>
              <a:gd name="connsiteX1" fmla="*/ 1832820 w 3582020"/>
              <a:gd name="connsiteY1" fmla="*/ 1140419 h 3121100"/>
              <a:gd name="connsiteX2" fmla="*/ 2628275 w 3582020"/>
              <a:gd name="connsiteY2" fmla="*/ 1382591 h 3121100"/>
              <a:gd name="connsiteX3" fmla="*/ 3556847 w 3582020"/>
              <a:gd name="connsiteY3" fmla="*/ 1080288 h 3121100"/>
              <a:gd name="connsiteX4" fmla="*/ 3582020 w 3582020"/>
              <a:gd name="connsiteY4" fmla="*/ 1373894 h 3121100"/>
              <a:gd name="connsiteX5" fmla="*/ 3574261 w 3582020"/>
              <a:gd name="connsiteY5" fmla="*/ 1377870 h 3121100"/>
              <a:gd name="connsiteX6" fmla="*/ 3578963 w 3582020"/>
              <a:gd name="connsiteY6" fmla="*/ 1695910 h 3121100"/>
              <a:gd name="connsiteX7" fmla="*/ 1529195 w 3582020"/>
              <a:gd name="connsiteY7" fmla="*/ 2734318 h 3121100"/>
              <a:gd name="connsiteX8" fmla="*/ 1516378 w 3582020"/>
              <a:gd name="connsiteY8" fmla="*/ 2739504 h 3121100"/>
              <a:gd name="connsiteX9" fmla="*/ 745144 w 3582020"/>
              <a:gd name="connsiteY9" fmla="*/ 3121100 h 3121100"/>
              <a:gd name="connsiteX10" fmla="*/ 62288 w 3582020"/>
              <a:gd name="connsiteY10" fmla="*/ 2646523 h 3121100"/>
              <a:gd name="connsiteX11" fmla="*/ 37419 w 3582020"/>
              <a:gd name="connsiteY11" fmla="*/ 2160562 h 3121100"/>
              <a:gd name="connsiteX12" fmla="*/ 124275 w 3582020"/>
              <a:gd name="connsiteY12" fmla="*/ 122192 h 3121100"/>
              <a:gd name="connsiteX13" fmla="*/ 212271 w 3582020"/>
              <a:gd name="connsiteY13" fmla="*/ 24166 h 312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82020" h="3121100">
                <a:moveTo>
                  <a:pt x="212271" y="24166"/>
                </a:moveTo>
                <a:cubicBezTo>
                  <a:pt x="536390" y="-174844"/>
                  <a:pt x="1430153" y="914015"/>
                  <a:pt x="1832820" y="1140419"/>
                </a:cubicBezTo>
                <a:cubicBezTo>
                  <a:pt x="2235487" y="1366823"/>
                  <a:pt x="2340937" y="1392613"/>
                  <a:pt x="2628275" y="1382591"/>
                </a:cubicBezTo>
                <a:cubicBezTo>
                  <a:pt x="2915613" y="1372569"/>
                  <a:pt x="3134519" y="1249412"/>
                  <a:pt x="3556847" y="1080288"/>
                </a:cubicBezTo>
                <a:lnTo>
                  <a:pt x="3582020" y="1373894"/>
                </a:lnTo>
                <a:lnTo>
                  <a:pt x="3574261" y="1377870"/>
                </a:lnTo>
                <a:cubicBezTo>
                  <a:pt x="3573396" y="1485105"/>
                  <a:pt x="3579828" y="1588675"/>
                  <a:pt x="3578963" y="1695910"/>
                </a:cubicBezTo>
                <a:lnTo>
                  <a:pt x="1529195" y="2734318"/>
                </a:lnTo>
                <a:lnTo>
                  <a:pt x="1516378" y="2739504"/>
                </a:lnTo>
                <a:lnTo>
                  <a:pt x="745144" y="3121100"/>
                </a:lnTo>
                <a:lnTo>
                  <a:pt x="62288" y="2646523"/>
                </a:lnTo>
                <a:lnTo>
                  <a:pt x="37419" y="2160562"/>
                </a:lnTo>
                <a:cubicBezTo>
                  <a:pt x="-8589" y="1264821"/>
                  <a:pt x="-41778" y="425059"/>
                  <a:pt x="124275" y="122192"/>
                </a:cubicBezTo>
                <a:cubicBezTo>
                  <a:pt x="149183" y="76762"/>
                  <a:pt x="178741" y="44754"/>
                  <a:pt x="212271" y="24166"/>
                </a:cubicBezTo>
                <a:close/>
              </a:path>
            </a:pathLst>
          </a:custGeom>
          <a:solidFill>
            <a:srgbClr val="F4AB34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6ABC4C63-9D3D-4674-ADD0-9E48FD98AA16}"/>
              </a:ext>
            </a:extLst>
          </p:cNvPr>
          <p:cNvGrpSpPr/>
          <p:nvPr/>
        </p:nvGrpSpPr>
        <p:grpSpPr>
          <a:xfrm>
            <a:off x="2892976" y="789588"/>
            <a:ext cx="5856296" cy="5402937"/>
            <a:chOff x="2892976" y="789588"/>
            <a:chExt cx="5856296" cy="5402937"/>
          </a:xfrm>
        </p:grpSpPr>
        <p:sp>
          <p:nvSpPr>
            <p:cNvPr id="6" name="Sechseck 5">
              <a:extLst>
                <a:ext uri="{FF2B5EF4-FFF2-40B4-BE49-F238E27FC236}">
                  <a16:creationId xmlns:a16="http://schemas.microsoft.com/office/drawing/2014/main" id="{73DFABD2-6EFA-415A-9720-AC14CE857334}"/>
                </a:ext>
              </a:extLst>
            </p:cNvPr>
            <p:cNvSpPr/>
            <p:nvPr/>
          </p:nvSpPr>
          <p:spPr>
            <a:xfrm>
              <a:off x="2892976" y="793633"/>
              <a:ext cx="5843098" cy="5397388"/>
            </a:xfrm>
            <a:prstGeom prst="hexagon">
              <a:avLst/>
            </a:prstGeom>
            <a:solidFill>
              <a:srgbClr val="C2ECE2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7E20E15A-0941-4D66-BAF7-06835C06670F}"/>
                </a:ext>
              </a:extLst>
            </p:cNvPr>
            <p:cNvSpPr/>
            <p:nvPr/>
          </p:nvSpPr>
          <p:spPr>
            <a:xfrm>
              <a:off x="2901383" y="1511965"/>
              <a:ext cx="5541406" cy="4648881"/>
            </a:xfrm>
            <a:custGeom>
              <a:avLst/>
              <a:gdLst>
                <a:gd name="connsiteX0" fmla="*/ 2037697 w 5245811"/>
                <a:gd name="connsiteY0" fmla="*/ 729 h 4320199"/>
                <a:gd name="connsiteX1" fmla="*/ 3850943 w 5245811"/>
                <a:gd name="connsiteY1" fmla="*/ 1837426 h 4320199"/>
                <a:gd name="connsiteX2" fmla="*/ 5093963 w 5245811"/>
                <a:gd name="connsiteY2" fmla="*/ 2164181 h 4320199"/>
                <a:gd name="connsiteX3" fmla="*/ 5245811 w 5245811"/>
                <a:gd name="connsiteY3" fmla="*/ 2190826 h 4320199"/>
                <a:gd name="connsiteX4" fmla="*/ 4936073 w 5245811"/>
                <a:gd name="connsiteY4" fmla="*/ 2794888 h 4320199"/>
                <a:gd name="connsiteX5" fmla="*/ 4936072 w 5245811"/>
                <a:gd name="connsiteY5" fmla="*/ 2794888 h 4320199"/>
                <a:gd name="connsiteX6" fmla="*/ 4153952 w 5245811"/>
                <a:gd name="connsiteY6" fmla="*/ 4320199 h 4320199"/>
                <a:gd name="connsiteX7" fmla="*/ 985890 w 5245811"/>
                <a:gd name="connsiteY7" fmla="*/ 4311498 h 4320199"/>
                <a:gd name="connsiteX8" fmla="*/ 262898 w 5245811"/>
                <a:gd name="connsiteY8" fmla="*/ 2878279 h 4320199"/>
                <a:gd name="connsiteX9" fmla="*/ 262899 w 5245811"/>
                <a:gd name="connsiteY9" fmla="*/ 2878279 h 4320199"/>
                <a:gd name="connsiteX10" fmla="*/ 0 w 5245811"/>
                <a:gd name="connsiteY10" fmla="*/ 2357121 h 4320199"/>
                <a:gd name="connsiteX11" fmla="*/ 230425 w 5245811"/>
                <a:gd name="connsiteY11" fmla="*/ 1984380 h 4320199"/>
                <a:gd name="connsiteX12" fmla="*/ 1906336 w 5245811"/>
                <a:gd name="connsiteY12" fmla="*/ 13040 h 4320199"/>
                <a:gd name="connsiteX13" fmla="*/ 2037697 w 5245811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936072 w 5187300"/>
                <a:gd name="connsiteY5" fmla="*/ 279488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895251 w 5187300"/>
                <a:gd name="connsiteY4" fmla="*/ 2797609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11498"/>
                <a:gd name="connsiteX1" fmla="*/ 3850943 w 5187300"/>
                <a:gd name="connsiteY1" fmla="*/ 1837426 h 4311498"/>
                <a:gd name="connsiteX2" fmla="*/ 5093963 w 5187300"/>
                <a:gd name="connsiteY2" fmla="*/ 2164181 h 4311498"/>
                <a:gd name="connsiteX3" fmla="*/ 5187300 w 5187300"/>
                <a:gd name="connsiteY3" fmla="*/ 2177219 h 4311498"/>
                <a:gd name="connsiteX4" fmla="*/ 4895251 w 5187300"/>
                <a:gd name="connsiteY4" fmla="*/ 2797609 h 4311498"/>
                <a:gd name="connsiteX5" fmla="*/ 4895250 w 5187300"/>
                <a:gd name="connsiteY5" fmla="*/ 2793528 h 4311498"/>
                <a:gd name="connsiteX6" fmla="*/ 4132180 w 5187300"/>
                <a:gd name="connsiteY6" fmla="*/ 4291171 h 4311498"/>
                <a:gd name="connsiteX7" fmla="*/ 985890 w 5187300"/>
                <a:gd name="connsiteY7" fmla="*/ 4311498 h 4311498"/>
                <a:gd name="connsiteX8" fmla="*/ 262898 w 5187300"/>
                <a:gd name="connsiteY8" fmla="*/ 2878279 h 4311498"/>
                <a:gd name="connsiteX9" fmla="*/ 262899 w 5187300"/>
                <a:gd name="connsiteY9" fmla="*/ 2878279 h 4311498"/>
                <a:gd name="connsiteX10" fmla="*/ 0 w 5187300"/>
                <a:gd name="connsiteY10" fmla="*/ 2357121 h 4311498"/>
                <a:gd name="connsiteX11" fmla="*/ 230425 w 5187300"/>
                <a:gd name="connsiteY11" fmla="*/ 1984380 h 4311498"/>
                <a:gd name="connsiteX12" fmla="*/ 1906336 w 5187300"/>
                <a:gd name="connsiteY12" fmla="*/ 13040 h 4311498"/>
                <a:gd name="connsiteX13" fmla="*/ 2037697 w 5187300"/>
                <a:gd name="connsiteY13" fmla="*/ 729 h 4311498"/>
                <a:gd name="connsiteX0" fmla="*/ 2037697 w 5187300"/>
                <a:gd name="connsiteY0" fmla="*/ 729 h 4291171"/>
                <a:gd name="connsiteX1" fmla="*/ 3850943 w 5187300"/>
                <a:gd name="connsiteY1" fmla="*/ 1837426 h 4291171"/>
                <a:gd name="connsiteX2" fmla="*/ 5093963 w 5187300"/>
                <a:gd name="connsiteY2" fmla="*/ 2164181 h 4291171"/>
                <a:gd name="connsiteX3" fmla="*/ 5187300 w 5187300"/>
                <a:gd name="connsiteY3" fmla="*/ 2177219 h 4291171"/>
                <a:gd name="connsiteX4" fmla="*/ 4895251 w 5187300"/>
                <a:gd name="connsiteY4" fmla="*/ 2797609 h 4291171"/>
                <a:gd name="connsiteX5" fmla="*/ 4895250 w 5187300"/>
                <a:gd name="connsiteY5" fmla="*/ 2793528 h 4291171"/>
                <a:gd name="connsiteX6" fmla="*/ 4132180 w 5187300"/>
                <a:gd name="connsiteY6" fmla="*/ 4291171 h 4291171"/>
                <a:gd name="connsiteX7" fmla="*/ 1018547 w 5187300"/>
                <a:gd name="connsiteY7" fmla="*/ 4267955 h 4291171"/>
                <a:gd name="connsiteX8" fmla="*/ 262898 w 5187300"/>
                <a:gd name="connsiteY8" fmla="*/ 2878279 h 4291171"/>
                <a:gd name="connsiteX9" fmla="*/ 262899 w 5187300"/>
                <a:gd name="connsiteY9" fmla="*/ 2878279 h 4291171"/>
                <a:gd name="connsiteX10" fmla="*/ 0 w 5187300"/>
                <a:gd name="connsiteY10" fmla="*/ 2357121 h 4291171"/>
                <a:gd name="connsiteX11" fmla="*/ 230425 w 5187300"/>
                <a:gd name="connsiteY11" fmla="*/ 1984380 h 4291171"/>
                <a:gd name="connsiteX12" fmla="*/ 1906336 w 5187300"/>
                <a:gd name="connsiteY12" fmla="*/ 13040 h 4291171"/>
                <a:gd name="connsiteX13" fmla="*/ 2037697 w 5187300"/>
                <a:gd name="connsiteY13" fmla="*/ 729 h 4291171"/>
                <a:gd name="connsiteX0" fmla="*/ 2055627 w 5187300"/>
                <a:gd name="connsiteY0" fmla="*/ 314 h 4299721"/>
                <a:gd name="connsiteX1" fmla="*/ 3850943 w 5187300"/>
                <a:gd name="connsiteY1" fmla="*/ 1845976 h 4299721"/>
                <a:gd name="connsiteX2" fmla="*/ 5093963 w 5187300"/>
                <a:gd name="connsiteY2" fmla="*/ 2172731 h 4299721"/>
                <a:gd name="connsiteX3" fmla="*/ 5187300 w 5187300"/>
                <a:gd name="connsiteY3" fmla="*/ 2185769 h 4299721"/>
                <a:gd name="connsiteX4" fmla="*/ 4895251 w 5187300"/>
                <a:gd name="connsiteY4" fmla="*/ 2806159 h 4299721"/>
                <a:gd name="connsiteX5" fmla="*/ 4895250 w 5187300"/>
                <a:gd name="connsiteY5" fmla="*/ 2802078 h 4299721"/>
                <a:gd name="connsiteX6" fmla="*/ 4132180 w 5187300"/>
                <a:gd name="connsiteY6" fmla="*/ 4299721 h 4299721"/>
                <a:gd name="connsiteX7" fmla="*/ 1018547 w 5187300"/>
                <a:gd name="connsiteY7" fmla="*/ 4276505 h 4299721"/>
                <a:gd name="connsiteX8" fmla="*/ 262898 w 5187300"/>
                <a:gd name="connsiteY8" fmla="*/ 2886829 h 4299721"/>
                <a:gd name="connsiteX9" fmla="*/ 262899 w 5187300"/>
                <a:gd name="connsiteY9" fmla="*/ 2886829 h 4299721"/>
                <a:gd name="connsiteX10" fmla="*/ 0 w 5187300"/>
                <a:gd name="connsiteY10" fmla="*/ 2365671 h 4299721"/>
                <a:gd name="connsiteX11" fmla="*/ 230425 w 5187300"/>
                <a:gd name="connsiteY11" fmla="*/ 1992930 h 4299721"/>
                <a:gd name="connsiteX12" fmla="*/ 1906336 w 5187300"/>
                <a:gd name="connsiteY12" fmla="*/ 21590 h 4299721"/>
                <a:gd name="connsiteX13" fmla="*/ 2055627 w 5187300"/>
                <a:gd name="connsiteY13" fmla="*/ 314 h 4299721"/>
                <a:gd name="connsiteX0" fmla="*/ 2055627 w 5187300"/>
                <a:gd name="connsiteY0" fmla="*/ 314 h 4299721"/>
                <a:gd name="connsiteX1" fmla="*/ 2017661 w 5187300"/>
                <a:gd name="connsiteY1" fmla="*/ 1657717 h 4299721"/>
                <a:gd name="connsiteX2" fmla="*/ 5093963 w 5187300"/>
                <a:gd name="connsiteY2" fmla="*/ 2172731 h 4299721"/>
                <a:gd name="connsiteX3" fmla="*/ 5187300 w 5187300"/>
                <a:gd name="connsiteY3" fmla="*/ 2185769 h 4299721"/>
                <a:gd name="connsiteX4" fmla="*/ 4895251 w 5187300"/>
                <a:gd name="connsiteY4" fmla="*/ 2806159 h 4299721"/>
                <a:gd name="connsiteX5" fmla="*/ 4895250 w 5187300"/>
                <a:gd name="connsiteY5" fmla="*/ 2802078 h 4299721"/>
                <a:gd name="connsiteX6" fmla="*/ 4132180 w 5187300"/>
                <a:gd name="connsiteY6" fmla="*/ 4299721 h 4299721"/>
                <a:gd name="connsiteX7" fmla="*/ 1018547 w 5187300"/>
                <a:gd name="connsiteY7" fmla="*/ 4276505 h 4299721"/>
                <a:gd name="connsiteX8" fmla="*/ 262898 w 5187300"/>
                <a:gd name="connsiteY8" fmla="*/ 2886829 h 4299721"/>
                <a:gd name="connsiteX9" fmla="*/ 262899 w 5187300"/>
                <a:gd name="connsiteY9" fmla="*/ 2886829 h 4299721"/>
                <a:gd name="connsiteX10" fmla="*/ 0 w 5187300"/>
                <a:gd name="connsiteY10" fmla="*/ 2365671 h 4299721"/>
                <a:gd name="connsiteX11" fmla="*/ 230425 w 5187300"/>
                <a:gd name="connsiteY11" fmla="*/ 1992930 h 4299721"/>
                <a:gd name="connsiteX12" fmla="*/ 1906336 w 5187300"/>
                <a:gd name="connsiteY12" fmla="*/ 21590 h 4299721"/>
                <a:gd name="connsiteX13" fmla="*/ 2055627 w 5187300"/>
                <a:gd name="connsiteY13" fmla="*/ 314 h 4299721"/>
                <a:gd name="connsiteX0" fmla="*/ 2763839 w 5187300"/>
                <a:gd name="connsiteY0" fmla="*/ 35 h 4415983"/>
                <a:gd name="connsiteX1" fmla="*/ 2017661 w 5187300"/>
                <a:gd name="connsiteY1" fmla="*/ 1773979 h 4415983"/>
                <a:gd name="connsiteX2" fmla="*/ 5093963 w 5187300"/>
                <a:gd name="connsiteY2" fmla="*/ 2288993 h 4415983"/>
                <a:gd name="connsiteX3" fmla="*/ 5187300 w 5187300"/>
                <a:gd name="connsiteY3" fmla="*/ 2302031 h 4415983"/>
                <a:gd name="connsiteX4" fmla="*/ 4895251 w 5187300"/>
                <a:gd name="connsiteY4" fmla="*/ 2922421 h 4415983"/>
                <a:gd name="connsiteX5" fmla="*/ 4895250 w 5187300"/>
                <a:gd name="connsiteY5" fmla="*/ 2918340 h 4415983"/>
                <a:gd name="connsiteX6" fmla="*/ 4132180 w 5187300"/>
                <a:gd name="connsiteY6" fmla="*/ 4415983 h 4415983"/>
                <a:gd name="connsiteX7" fmla="*/ 1018547 w 5187300"/>
                <a:gd name="connsiteY7" fmla="*/ 4392767 h 4415983"/>
                <a:gd name="connsiteX8" fmla="*/ 262898 w 5187300"/>
                <a:gd name="connsiteY8" fmla="*/ 3003091 h 4415983"/>
                <a:gd name="connsiteX9" fmla="*/ 262899 w 5187300"/>
                <a:gd name="connsiteY9" fmla="*/ 3003091 h 4415983"/>
                <a:gd name="connsiteX10" fmla="*/ 0 w 5187300"/>
                <a:gd name="connsiteY10" fmla="*/ 2481933 h 4415983"/>
                <a:gd name="connsiteX11" fmla="*/ 230425 w 5187300"/>
                <a:gd name="connsiteY11" fmla="*/ 2109192 h 4415983"/>
                <a:gd name="connsiteX12" fmla="*/ 1906336 w 5187300"/>
                <a:gd name="connsiteY12" fmla="*/ 137852 h 4415983"/>
                <a:gd name="connsiteX13" fmla="*/ 2763839 w 5187300"/>
                <a:gd name="connsiteY13" fmla="*/ 35 h 4415983"/>
                <a:gd name="connsiteX0" fmla="*/ 2763839 w 5187300"/>
                <a:gd name="connsiteY0" fmla="*/ 21629 h 4437577"/>
                <a:gd name="connsiteX1" fmla="*/ 2017661 w 5187300"/>
                <a:gd name="connsiteY1" fmla="*/ 1795573 h 4437577"/>
                <a:gd name="connsiteX2" fmla="*/ 5093963 w 5187300"/>
                <a:gd name="connsiteY2" fmla="*/ 2310587 h 4437577"/>
                <a:gd name="connsiteX3" fmla="*/ 5187300 w 5187300"/>
                <a:gd name="connsiteY3" fmla="*/ 2323625 h 4437577"/>
                <a:gd name="connsiteX4" fmla="*/ 4895251 w 5187300"/>
                <a:gd name="connsiteY4" fmla="*/ 2944015 h 4437577"/>
                <a:gd name="connsiteX5" fmla="*/ 4895250 w 5187300"/>
                <a:gd name="connsiteY5" fmla="*/ 2939934 h 4437577"/>
                <a:gd name="connsiteX6" fmla="*/ 4132180 w 5187300"/>
                <a:gd name="connsiteY6" fmla="*/ 4437577 h 4437577"/>
                <a:gd name="connsiteX7" fmla="*/ 1018547 w 5187300"/>
                <a:gd name="connsiteY7" fmla="*/ 4414361 h 4437577"/>
                <a:gd name="connsiteX8" fmla="*/ 262898 w 5187300"/>
                <a:gd name="connsiteY8" fmla="*/ 3024685 h 4437577"/>
                <a:gd name="connsiteX9" fmla="*/ 262899 w 5187300"/>
                <a:gd name="connsiteY9" fmla="*/ 3024685 h 4437577"/>
                <a:gd name="connsiteX10" fmla="*/ 0 w 5187300"/>
                <a:gd name="connsiteY10" fmla="*/ 2503527 h 4437577"/>
                <a:gd name="connsiteX11" fmla="*/ 230425 w 5187300"/>
                <a:gd name="connsiteY11" fmla="*/ 2130786 h 4437577"/>
                <a:gd name="connsiteX12" fmla="*/ 2224583 w 5187300"/>
                <a:gd name="connsiteY12" fmla="*/ 2564 h 4437577"/>
                <a:gd name="connsiteX13" fmla="*/ 2763839 w 5187300"/>
                <a:gd name="connsiteY13" fmla="*/ 21629 h 4437577"/>
                <a:gd name="connsiteX0" fmla="*/ 2763839 w 5187300"/>
                <a:gd name="connsiteY0" fmla="*/ 75624 h 4491572"/>
                <a:gd name="connsiteX1" fmla="*/ 2017661 w 5187300"/>
                <a:gd name="connsiteY1" fmla="*/ 1849568 h 4491572"/>
                <a:gd name="connsiteX2" fmla="*/ 5093963 w 5187300"/>
                <a:gd name="connsiteY2" fmla="*/ 2364582 h 4491572"/>
                <a:gd name="connsiteX3" fmla="*/ 5187300 w 5187300"/>
                <a:gd name="connsiteY3" fmla="*/ 2377620 h 4491572"/>
                <a:gd name="connsiteX4" fmla="*/ 4895251 w 5187300"/>
                <a:gd name="connsiteY4" fmla="*/ 2998010 h 4491572"/>
                <a:gd name="connsiteX5" fmla="*/ 4895250 w 5187300"/>
                <a:gd name="connsiteY5" fmla="*/ 2993929 h 4491572"/>
                <a:gd name="connsiteX6" fmla="*/ 4132180 w 5187300"/>
                <a:gd name="connsiteY6" fmla="*/ 4491572 h 4491572"/>
                <a:gd name="connsiteX7" fmla="*/ 1018547 w 5187300"/>
                <a:gd name="connsiteY7" fmla="*/ 4468356 h 4491572"/>
                <a:gd name="connsiteX8" fmla="*/ 262898 w 5187300"/>
                <a:gd name="connsiteY8" fmla="*/ 3078680 h 4491572"/>
                <a:gd name="connsiteX9" fmla="*/ 262899 w 5187300"/>
                <a:gd name="connsiteY9" fmla="*/ 3078680 h 4491572"/>
                <a:gd name="connsiteX10" fmla="*/ 0 w 5187300"/>
                <a:gd name="connsiteY10" fmla="*/ 2557522 h 4491572"/>
                <a:gd name="connsiteX11" fmla="*/ 230425 w 5187300"/>
                <a:gd name="connsiteY11" fmla="*/ 2184781 h 4491572"/>
                <a:gd name="connsiteX12" fmla="*/ 2224583 w 5187300"/>
                <a:gd name="connsiteY12" fmla="*/ 56559 h 4491572"/>
                <a:gd name="connsiteX13" fmla="*/ 2763839 w 5187300"/>
                <a:gd name="connsiteY13" fmla="*/ 75624 h 4491572"/>
                <a:gd name="connsiteX0" fmla="*/ 2768321 w 5187300"/>
                <a:gd name="connsiteY0" fmla="*/ 235374 h 4467546"/>
                <a:gd name="connsiteX1" fmla="*/ 2017661 w 5187300"/>
                <a:gd name="connsiteY1" fmla="*/ 1825542 h 4467546"/>
                <a:gd name="connsiteX2" fmla="*/ 5093963 w 5187300"/>
                <a:gd name="connsiteY2" fmla="*/ 2340556 h 4467546"/>
                <a:gd name="connsiteX3" fmla="*/ 5187300 w 5187300"/>
                <a:gd name="connsiteY3" fmla="*/ 2353594 h 4467546"/>
                <a:gd name="connsiteX4" fmla="*/ 4895251 w 5187300"/>
                <a:gd name="connsiteY4" fmla="*/ 2973984 h 4467546"/>
                <a:gd name="connsiteX5" fmla="*/ 4895250 w 5187300"/>
                <a:gd name="connsiteY5" fmla="*/ 2969903 h 4467546"/>
                <a:gd name="connsiteX6" fmla="*/ 4132180 w 5187300"/>
                <a:gd name="connsiteY6" fmla="*/ 4467546 h 4467546"/>
                <a:gd name="connsiteX7" fmla="*/ 1018547 w 5187300"/>
                <a:gd name="connsiteY7" fmla="*/ 4444330 h 4467546"/>
                <a:gd name="connsiteX8" fmla="*/ 262898 w 5187300"/>
                <a:gd name="connsiteY8" fmla="*/ 3054654 h 4467546"/>
                <a:gd name="connsiteX9" fmla="*/ 262899 w 5187300"/>
                <a:gd name="connsiteY9" fmla="*/ 3054654 h 4467546"/>
                <a:gd name="connsiteX10" fmla="*/ 0 w 5187300"/>
                <a:gd name="connsiteY10" fmla="*/ 2533496 h 4467546"/>
                <a:gd name="connsiteX11" fmla="*/ 230425 w 5187300"/>
                <a:gd name="connsiteY11" fmla="*/ 2160755 h 4467546"/>
                <a:gd name="connsiteX12" fmla="*/ 2224583 w 5187300"/>
                <a:gd name="connsiteY12" fmla="*/ 32533 h 4467546"/>
                <a:gd name="connsiteX13" fmla="*/ 2768321 w 5187300"/>
                <a:gd name="connsiteY13" fmla="*/ 235374 h 4467546"/>
                <a:gd name="connsiteX0" fmla="*/ 2768321 w 5187300"/>
                <a:gd name="connsiteY0" fmla="*/ 235374 h 4467546"/>
                <a:gd name="connsiteX1" fmla="*/ 2017661 w 5187300"/>
                <a:gd name="connsiteY1" fmla="*/ 1825542 h 4467546"/>
                <a:gd name="connsiteX2" fmla="*/ 5093963 w 5187300"/>
                <a:gd name="connsiteY2" fmla="*/ 2340556 h 4467546"/>
                <a:gd name="connsiteX3" fmla="*/ 5187300 w 5187300"/>
                <a:gd name="connsiteY3" fmla="*/ 2353594 h 4467546"/>
                <a:gd name="connsiteX4" fmla="*/ 4895251 w 5187300"/>
                <a:gd name="connsiteY4" fmla="*/ 2973984 h 4467546"/>
                <a:gd name="connsiteX5" fmla="*/ 4895250 w 5187300"/>
                <a:gd name="connsiteY5" fmla="*/ 2969903 h 4467546"/>
                <a:gd name="connsiteX6" fmla="*/ 4132180 w 5187300"/>
                <a:gd name="connsiteY6" fmla="*/ 4467546 h 4467546"/>
                <a:gd name="connsiteX7" fmla="*/ 1018547 w 5187300"/>
                <a:gd name="connsiteY7" fmla="*/ 4444330 h 4467546"/>
                <a:gd name="connsiteX8" fmla="*/ 262898 w 5187300"/>
                <a:gd name="connsiteY8" fmla="*/ 3054654 h 4467546"/>
                <a:gd name="connsiteX9" fmla="*/ 262899 w 5187300"/>
                <a:gd name="connsiteY9" fmla="*/ 3054654 h 4467546"/>
                <a:gd name="connsiteX10" fmla="*/ 0 w 5187300"/>
                <a:gd name="connsiteY10" fmla="*/ 2533496 h 4467546"/>
                <a:gd name="connsiteX11" fmla="*/ 230425 w 5187300"/>
                <a:gd name="connsiteY11" fmla="*/ 2160755 h 4467546"/>
                <a:gd name="connsiteX12" fmla="*/ 2224583 w 5187300"/>
                <a:gd name="connsiteY12" fmla="*/ 32533 h 4467546"/>
                <a:gd name="connsiteX13" fmla="*/ 2768321 w 5187300"/>
                <a:gd name="connsiteY13" fmla="*/ 235374 h 4467546"/>
                <a:gd name="connsiteX0" fmla="*/ 3301721 w 5187300"/>
                <a:gd name="connsiteY0" fmla="*/ 618650 h 4451892"/>
                <a:gd name="connsiteX1" fmla="*/ 2017661 w 5187300"/>
                <a:gd name="connsiteY1" fmla="*/ 1809888 h 4451892"/>
                <a:gd name="connsiteX2" fmla="*/ 5093963 w 5187300"/>
                <a:gd name="connsiteY2" fmla="*/ 2324902 h 4451892"/>
                <a:gd name="connsiteX3" fmla="*/ 5187300 w 5187300"/>
                <a:gd name="connsiteY3" fmla="*/ 2337940 h 4451892"/>
                <a:gd name="connsiteX4" fmla="*/ 4895251 w 5187300"/>
                <a:gd name="connsiteY4" fmla="*/ 2958330 h 4451892"/>
                <a:gd name="connsiteX5" fmla="*/ 4895250 w 5187300"/>
                <a:gd name="connsiteY5" fmla="*/ 2954249 h 4451892"/>
                <a:gd name="connsiteX6" fmla="*/ 4132180 w 5187300"/>
                <a:gd name="connsiteY6" fmla="*/ 4451892 h 4451892"/>
                <a:gd name="connsiteX7" fmla="*/ 1018547 w 5187300"/>
                <a:gd name="connsiteY7" fmla="*/ 4428676 h 4451892"/>
                <a:gd name="connsiteX8" fmla="*/ 262898 w 5187300"/>
                <a:gd name="connsiteY8" fmla="*/ 3039000 h 4451892"/>
                <a:gd name="connsiteX9" fmla="*/ 262899 w 5187300"/>
                <a:gd name="connsiteY9" fmla="*/ 3039000 h 4451892"/>
                <a:gd name="connsiteX10" fmla="*/ 0 w 5187300"/>
                <a:gd name="connsiteY10" fmla="*/ 2517842 h 4451892"/>
                <a:gd name="connsiteX11" fmla="*/ 230425 w 5187300"/>
                <a:gd name="connsiteY11" fmla="*/ 2145101 h 4451892"/>
                <a:gd name="connsiteX12" fmla="*/ 2224583 w 5187300"/>
                <a:gd name="connsiteY12" fmla="*/ 16879 h 4451892"/>
                <a:gd name="connsiteX13" fmla="*/ 3301721 w 5187300"/>
                <a:gd name="connsiteY13" fmla="*/ 618650 h 4451892"/>
                <a:gd name="connsiteX0" fmla="*/ 3301721 w 5187300"/>
                <a:gd name="connsiteY0" fmla="*/ 618650 h 4451892"/>
                <a:gd name="connsiteX1" fmla="*/ 2017661 w 5187300"/>
                <a:gd name="connsiteY1" fmla="*/ 1809888 h 4451892"/>
                <a:gd name="connsiteX2" fmla="*/ 5093963 w 5187300"/>
                <a:gd name="connsiteY2" fmla="*/ 2324902 h 4451892"/>
                <a:gd name="connsiteX3" fmla="*/ 5187300 w 5187300"/>
                <a:gd name="connsiteY3" fmla="*/ 2337940 h 4451892"/>
                <a:gd name="connsiteX4" fmla="*/ 4895251 w 5187300"/>
                <a:gd name="connsiteY4" fmla="*/ 2958330 h 4451892"/>
                <a:gd name="connsiteX5" fmla="*/ 4895250 w 5187300"/>
                <a:gd name="connsiteY5" fmla="*/ 2954249 h 4451892"/>
                <a:gd name="connsiteX6" fmla="*/ 4132180 w 5187300"/>
                <a:gd name="connsiteY6" fmla="*/ 4451892 h 4451892"/>
                <a:gd name="connsiteX7" fmla="*/ 1018547 w 5187300"/>
                <a:gd name="connsiteY7" fmla="*/ 4428676 h 4451892"/>
                <a:gd name="connsiteX8" fmla="*/ 262898 w 5187300"/>
                <a:gd name="connsiteY8" fmla="*/ 3039000 h 4451892"/>
                <a:gd name="connsiteX9" fmla="*/ 262899 w 5187300"/>
                <a:gd name="connsiteY9" fmla="*/ 3039000 h 4451892"/>
                <a:gd name="connsiteX10" fmla="*/ 0 w 5187300"/>
                <a:gd name="connsiteY10" fmla="*/ 2517842 h 4451892"/>
                <a:gd name="connsiteX11" fmla="*/ 230425 w 5187300"/>
                <a:gd name="connsiteY11" fmla="*/ 2145101 h 4451892"/>
                <a:gd name="connsiteX12" fmla="*/ 2224583 w 5187300"/>
                <a:gd name="connsiteY12" fmla="*/ 16879 h 4451892"/>
                <a:gd name="connsiteX13" fmla="*/ 3301721 w 5187300"/>
                <a:gd name="connsiteY13" fmla="*/ 618650 h 4451892"/>
                <a:gd name="connsiteX0" fmla="*/ 3270344 w 5187300"/>
                <a:gd name="connsiteY0" fmla="*/ 817050 h 4448586"/>
                <a:gd name="connsiteX1" fmla="*/ 2017661 w 5187300"/>
                <a:gd name="connsiteY1" fmla="*/ 1806582 h 4448586"/>
                <a:gd name="connsiteX2" fmla="*/ 5093963 w 5187300"/>
                <a:gd name="connsiteY2" fmla="*/ 2321596 h 4448586"/>
                <a:gd name="connsiteX3" fmla="*/ 5187300 w 5187300"/>
                <a:gd name="connsiteY3" fmla="*/ 2334634 h 4448586"/>
                <a:gd name="connsiteX4" fmla="*/ 4895251 w 5187300"/>
                <a:gd name="connsiteY4" fmla="*/ 2955024 h 4448586"/>
                <a:gd name="connsiteX5" fmla="*/ 4895250 w 5187300"/>
                <a:gd name="connsiteY5" fmla="*/ 2950943 h 4448586"/>
                <a:gd name="connsiteX6" fmla="*/ 4132180 w 5187300"/>
                <a:gd name="connsiteY6" fmla="*/ 4448586 h 4448586"/>
                <a:gd name="connsiteX7" fmla="*/ 1018547 w 5187300"/>
                <a:gd name="connsiteY7" fmla="*/ 4425370 h 4448586"/>
                <a:gd name="connsiteX8" fmla="*/ 262898 w 5187300"/>
                <a:gd name="connsiteY8" fmla="*/ 3035694 h 4448586"/>
                <a:gd name="connsiteX9" fmla="*/ 262899 w 5187300"/>
                <a:gd name="connsiteY9" fmla="*/ 3035694 h 4448586"/>
                <a:gd name="connsiteX10" fmla="*/ 0 w 5187300"/>
                <a:gd name="connsiteY10" fmla="*/ 2514536 h 4448586"/>
                <a:gd name="connsiteX11" fmla="*/ 230425 w 5187300"/>
                <a:gd name="connsiteY11" fmla="*/ 2141795 h 4448586"/>
                <a:gd name="connsiteX12" fmla="*/ 2224583 w 5187300"/>
                <a:gd name="connsiteY12" fmla="*/ 13573 h 4448586"/>
                <a:gd name="connsiteX13" fmla="*/ 3270344 w 5187300"/>
                <a:gd name="connsiteY13" fmla="*/ 817050 h 4448586"/>
                <a:gd name="connsiteX0" fmla="*/ 3270344 w 5187300"/>
                <a:gd name="connsiteY0" fmla="*/ 985451 h 4616987"/>
                <a:gd name="connsiteX1" fmla="*/ 2017661 w 5187300"/>
                <a:gd name="connsiteY1" fmla="*/ 1974983 h 4616987"/>
                <a:gd name="connsiteX2" fmla="*/ 5093963 w 5187300"/>
                <a:gd name="connsiteY2" fmla="*/ 2489997 h 4616987"/>
                <a:gd name="connsiteX3" fmla="*/ 5187300 w 5187300"/>
                <a:gd name="connsiteY3" fmla="*/ 2503035 h 4616987"/>
                <a:gd name="connsiteX4" fmla="*/ 4895251 w 5187300"/>
                <a:gd name="connsiteY4" fmla="*/ 3123425 h 4616987"/>
                <a:gd name="connsiteX5" fmla="*/ 4895250 w 5187300"/>
                <a:gd name="connsiteY5" fmla="*/ 3119344 h 4616987"/>
                <a:gd name="connsiteX6" fmla="*/ 4132180 w 5187300"/>
                <a:gd name="connsiteY6" fmla="*/ 4616987 h 4616987"/>
                <a:gd name="connsiteX7" fmla="*/ 1018547 w 5187300"/>
                <a:gd name="connsiteY7" fmla="*/ 4593771 h 4616987"/>
                <a:gd name="connsiteX8" fmla="*/ 262898 w 5187300"/>
                <a:gd name="connsiteY8" fmla="*/ 3204095 h 4616987"/>
                <a:gd name="connsiteX9" fmla="*/ 262899 w 5187300"/>
                <a:gd name="connsiteY9" fmla="*/ 3204095 h 4616987"/>
                <a:gd name="connsiteX10" fmla="*/ 0 w 5187300"/>
                <a:gd name="connsiteY10" fmla="*/ 2682937 h 4616987"/>
                <a:gd name="connsiteX11" fmla="*/ 230425 w 5187300"/>
                <a:gd name="connsiteY11" fmla="*/ 2310196 h 4616987"/>
                <a:gd name="connsiteX12" fmla="*/ 2538348 w 5187300"/>
                <a:gd name="connsiteY12" fmla="*/ 11645 h 4616987"/>
                <a:gd name="connsiteX13" fmla="*/ 3270344 w 5187300"/>
                <a:gd name="connsiteY13" fmla="*/ 985451 h 4616987"/>
                <a:gd name="connsiteX0" fmla="*/ 3301721 w 5187300"/>
                <a:gd name="connsiteY0" fmla="*/ 1007651 h 4616775"/>
                <a:gd name="connsiteX1" fmla="*/ 2017661 w 5187300"/>
                <a:gd name="connsiteY1" fmla="*/ 1974771 h 4616775"/>
                <a:gd name="connsiteX2" fmla="*/ 5093963 w 5187300"/>
                <a:gd name="connsiteY2" fmla="*/ 2489785 h 4616775"/>
                <a:gd name="connsiteX3" fmla="*/ 5187300 w 5187300"/>
                <a:gd name="connsiteY3" fmla="*/ 2502823 h 4616775"/>
                <a:gd name="connsiteX4" fmla="*/ 4895251 w 5187300"/>
                <a:gd name="connsiteY4" fmla="*/ 3123213 h 4616775"/>
                <a:gd name="connsiteX5" fmla="*/ 4895250 w 5187300"/>
                <a:gd name="connsiteY5" fmla="*/ 3119132 h 4616775"/>
                <a:gd name="connsiteX6" fmla="*/ 4132180 w 5187300"/>
                <a:gd name="connsiteY6" fmla="*/ 4616775 h 4616775"/>
                <a:gd name="connsiteX7" fmla="*/ 1018547 w 5187300"/>
                <a:gd name="connsiteY7" fmla="*/ 4593559 h 4616775"/>
                <a:gd name="connsiteX8" fmla="*/ 262898 w 5187300"/>
                <a:gd name="connsiteY8" fmla="*/ 3203883 h 4616775"/>
                <a:gd name="connsiteX9" fmla="*/ 262899 w 5187300"/>
                <a:gd name="connsiteY9" fmla="*/ 3203883 h 4616775"/>
                <a:gd name="connsiteX10" fmla="*/ 0 w 5187300"/>
                <a:gd name="connsiteY10" fmla="*/ 2682725 h 4616775"/>
                <a:gd name="connsiteX11" fmla="*/ 230425 w 5187300"/>
                <a:gd name="connsiteY11" fmla="*/ 2309984 h 4616775"/>
                <a:gd name="connsiteX12" fmla="*/ 2538348 w 5187300"/>
                <a:gd name="connsiteY12" fmla="*/ 11433 h 4616775"/>
                <a:gd name="connsiteX13" fmla="*/ 3301721 w 5187300"/>
                <a:gd name="connsiteY13" fmla="*/ 1007651 h 4616775"/>
                <a:gd name="connsiteX0" fmla="*/ 3301721 w 5187300"/>
                <a:gd name="connsiteY0" fmla="*/ 1007651 h 4616775"/>
                <a:gd name="connsiteX1" fmla="*/ 2017661 w 5187300"/>
                <a:gd name="connsiteY1" fmla="*/ 1974771 h 4616775"/>
                <a:gd name="connsiteX2" fmla="*/ 5093963 w 5187300"/>
                <a:gd name="connsiteY2" fmla="*/ 2489785 h 4616775"/>
                <a:gd name="connsiteX3" fmla="*/ 5187300 w 5187300"/>
                <a:gd name="connsiteY3" fmla="*/ 2502823 h 4616775"/>
                <a:gd name="connsiteX4" fmla="*/ 4895251 w 5187300"/>
                <a:gd name="connsiteY4" fmla="*/ 3123213 h 4616775"/>
                <a:gd name="connsiteX5" fmla="*/ 4895250 w 5187300"/>
                <a:gd name="connsiteY5" fmla="*/ 3119132 h 4616775"/>
                <a:gd name="connsiteX6" fmla="*/ 4132180 w 5187300"/>
                <a:gd name="connsiteY6" fmla="*/ 4616775 h 4616775"/>
                <a:gd name="connsiteX7" fmla="*/ 1018547 w 5187300"/>
                <a:gd name="connsiteY7" fmla="*/ 4593559 h 4616775"/>
                <a:gd name="connsiteX8" fmla="*/ 262898 w 5187300"/>
                <a:gd name="connsiteY8" fmla="*/ 3203883 h 4616775"/>
                <a:gd name="connsiteX9" fmla="*/ 262899 w 5187300"/>
                <a:gd name="connsiteY9" fmla="*/ 3203883 h 4616775"/>
                <a:gd name="connsiteX10" fmla="*/ 0 w 5187300"/>
                <a:gd name="connsiteY10" fmla="*/ 2682725 h 4616775"/>
                <a:gd name="connsiteX11" fmla="*/ 230425 w 5187300"/>
                <a:gd name="connsiteY11" fmla="*/ 2309984 h 4616775"/>
                <a:gd name="connsiteX12" fmla="*/ 2538348 w 5187300"/>
                <a:gd name="connsiteY12" fmla="*/ 11433 h 4616775"/>
                <a:gd name="connsiteX13" fmla="*/ 3301721 w 5187300"/>
                <a:gd name="connsiteY13" fmla="*/ 1007651 h 4616775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13343 w 5198922"/>
                <a:gd name="connsiteY0" fmla="*/ 1016560 h 4625684"/>
                <a:gd name="connsiteX1" fmla="*/ 2029283 w 5198922"/>
                <a:gd name="connsiteY1" fmla="*/ 1983680 h 4625684"/>
                <a:gd name="connsiteX2" fmla="*/ 5105585 w 5198922"/>
                <a:gd name="connsiteY2" fmla="*/ 2498694 h 4625684"/>
                <a:gd name="connsiteX3" fmla="*/ 5198922 w 5198922"/>
                <a:gd name="connsiteY3" fmla="*/ 2511732 h 4625684"/>
                <a:gd name="connsiteX4" fmla="*/ 4906873 w 5198922"/>
                <a:gd name="connsiteY4" fmla="*/ 3132122 h 4625684"/>
                <a:gd name="connsiteX5" fmla="*/ 4906872 w 5198922"/>
                <a:gd name="connsiteY5" fmla="*/ 3128041 h 4625684"/>
                <a:gd name="connsiteX6" fmla="*/ 4143802 w 5198922"/>
                <a:gd name="connsiteY6" fmla="*/ 4625684 h 4625684"/>
                <a:gd name="connsiteX7" fmla="*/ 1030169 w 5198922"/>
                <a:gd name="connsiteY7" fmla="*/ 4602468 h 4625684"/>
                <a:gd name="connsiteX8" fmla="*/ 274520 w 5198922"/>
                <a:gd name="connsiteY8" fmla="*/ 3212792 h 4625684"/>
                <a:gd name="connsiteX9" fmla="*/ 274521 w 5198922"/>
                <a:gd name="connsiteY9" fmla="*/ 3212792 h 4625684"/>
                <a:gd name="connsiteX10" fmla="*/ 11622 w 5198922"/>
                <a:gd name="connsiteY10" fmla="*/ 2691634 h 4625684"/>
                <a:gd name="connsiteX11" fmla="*/ 0 w 5198922"/>
                <a:gd name="connsiteY11" fmla="*/ 1462763 h 4625684"/>
                <a:gd name="connsiteX12" fmla="*/ 2549970 w 5198922"/>
                <a:gd name="connsiteY12" fmla="*/ 20342 h 4625684"/>
                <a:gd name="connsiteX13" fmla="*/ 3313343 w 5198922"/>
                <a:gd name="connsiteY13" fmla="*/ 1016560 h 4625684"/>
                <a:gd name="connsiteX0" fmla="*/ 3331272 w 5216851"/>
                <a:gd name="connsiteY0" fmla="*/ 1016560 h 4625684"/>
                <a:gd name="connsiteX1" fmla="*/ 2047212 w 5216851"/>
                <a:gd name="connsiteY1" fmla="*/ 1983680 h 4625684"/>
                <a:gd name="connsiteX2" fmla="*/ 5123514 w 5216851"/>
                <a:gd name="connsiteY2" fmla="*/ 2498694 h 4625684"/>
                <a:gd name="connsiteX3" fmla="*/ 5216851 w 5216851"/>
                <a:gd name="connsiteY3" fmla="*/ 2511732 h 4625684"/>
                <a:gd name="connsiteX4" fmla="*/ 4924802 w 5216851"/>
                <a:gd name="connsiteY4" fmla="*/ 3132122 h 4625684"/>
                <a:gd name="connsiteX5" fmla="*/ 4924801 w 5216851"/>
                <a:gd name="connsiteY5" fmla="*/ 3128041 h 4625684"/>
                <a:gd name="connsiteX6" fmla="*/ 4161731 w 5216851"/>
                <a:gd name="connsiteY6" fmla="*/ 4625684 h 4625684"/>
                <a:gd name="connsiteX7" fmla="*/ 1048098 w 5216851"/>
                <a:gd name="connsiteY7" fmla="*/ 4602468 h 4625684"/>
                <a:gd name="connsiteX8" fmla="*/ 292449 w 5216851"/>
                <a:gd name="connsiteY8" fmla="*/ 3212792 h 4625684"/>
                <a:gd name="connsiteX9" fmla="*/ 292450 w 5216851"/>
                <a:gd name="connsiteY9" fmla="*/ 3212792 h 4625684"/>
                <a:gd name="connsiteX10" fmla="*/ 29551 w 5216851"/>
                <a:gd name="connsiteY10" fmla="*/ 2691634 h 4625684"/>
                <a:gd name="connsiteX11" fmla="*/ 0 w 5216851"/>
                <a:gd name="connsiteY11" fmla="*/ 1422421 h 4625684"/>
                <a:gd name="connsiteX12" fmla="*/ 2567899 w 5216851"/>
                <a:gd name="connsiteY12" fmla="*/ 20342 h 4625684"/>
                <a:gd name="connsiteX13" fmla="*/ 3331272 w 5216851"/>
                <a:gd name="connsiteY13" fmla="*/ 1016560 h 4625684"/>
                <a:gd name="connsiteX0" fmla="*/ 3655827 w 5541406"/>
                <a:gd name="connsiteY0" fmla="*/ 1016560 h 4625684"/>
                <a:gd name="connsiteX1" fmla="*/ 2371767 w 5541406"/>
                <a:gd name="connsiteY1" fmla="*/ 1983680 h 4625684"/>
                <a:gd name="connsiteX2" fmla="*/ 5448069 w 5541406"/>
                <a:gd name="connsiteY2" fmla="*/ 2498694 h 4625684"/>
                <a:gd name="connsiteX3" fmla="*/ 5541406 w 5541406"/>
                <a:gd name="connsiteY3" fmla="*/ 2511732 h 4625684"/>
                <a:gd name="connsiteX4" fmla="*/ 5249357 w 5541406"/>
                <a:gd name="connsiteY4" fmla="*/ 3132122 h 4625684"/>
                <a:gd name="connsiteX5" fmla="*/ 5249356 w 5541406"/>
                <a:gd name="connsiteY5" fmla="*/ 3128041 h 4625684"/>
                <a:gd name="connsiteX6" fmla="*/ 4486286 w 5541406"/>
                <a:gd name="connsiteY6" fmla="*/ 4625684 h 4625684"/>
                <a:gd name="connsiteX7" fmla="*/ 1372653 w 5541406"/>
                <a:gd name="connsiteY7" fmla="*/ 4602468 h 4625684"/>
                <a:gd name="connsiteX8" fmla="*/ 617004 w 5541406"/>
                <a:gd name="connsiteY8" fmla="*/ 3212792 h 4625684"/>
                <a:gd name="connsiteX9" fmla="*/ 617005 w 5541406"/>
                <a:gd name="connsiteY9" fmla="*/ 3212792 h 4625684"/>
                <a:gd name="connsiteX10" fmla="*/ 0 w 5541406"/>
                <a:gd name="connsiteY10" fmla="*/ 1961011 h 4625684"/>
                <a:gd name="connsiteX11" fmla="*/ 324555 w 5541406"/>
                <a:gd name="connsiteY11" fmla="*/ 1422421 h 4625684"/>
                <a:gd name="connsiteX12" fmla="*/ 2892454 w 5541406"/>
                <a:gd name="connsiteY12" fmla="*/ 20342 h 4625684"/>
                <a:gd name="connsiteX13" fmla="*/ 3655827 w 5541406"/>
                <a:gd name="connsiteY13" fmla="*/ 1016560 h 4625684"/>
                <a:gd name="connsiteX0" fmla="*/ 3642380 w 5541406"/>
                <a:gd name="connsiteY0" fmla="*/ 1191729 h 4621559"/>
                <a:gd name="connsiteX1" fmla="*/ 2371767 w 5541406"/>
                <a:gd name="connsiteY1" fmla="*/ 1979555 h 4621559"/>
                <a:gd name="connsiteX2" fmla="*/ 5448069 w 5541406"/>
                <a:gd name="connsiteY2" fmla="*/ 2494569 h 4621559"/>
                <a:gd name="connsiteX3" fmla="*/ 5541406 w 5541406"/>
                <a:gd name="connsiteY3" fmla="*/ 2507607 h 4621559"/>
                <a:gd name="connsiteX4" fmla="*/ 5249357 w 5541406"/>
                <a:gd name="connsiteY4" fmla="*/ 3127997 h 4621559"/>
                <a:gd name="connsiteX5" fmla="*/ 5249356 w 5541406"/>
                <a:gd name="connsiteY5" fmla="*/ 3123916 h 4621559"/>
                <a:gd name="connsiteX6" fmla="*/ 4486286 w 5541406"/>
                <a:gd name="connsiteY6" fmla="*/ 4621559 h 4621559"/>
                <a:gd name="connsiteX7" fmla="*/ 1372653 w 5541406"/>
                <a:gd name="connsiteY7" fmla="*/ 4598343 h 4621559"/>
                <a:gd name="connsiteX8" fmla="*/ 617004 w 5541406"/>
                <a:gd name="connsiteY8" fmla="*/ 3208667 h 4621559"/>
                <a:gd name="connsiteX9" fmla="*/ 617005 w 5541406"/>
                <a:gd name="connsiteY9" fmla="*/ 3208667 h 4621559"/>
                <a:gd name="connsiteX10" fmla="*/ 0 w 5541406"/>
                <a:gd name="connsiteY10" fmla="*/ 1956886 h 4621559"/>
                <a:gd name="connsiteX11" fmla="*/ 324555 w 5541406"/>
                <a:gd name="connsiteY11" fmla="*/ 1418296 h 4621559"/>
                <a:gd name="connsiteX12" fmla="*/ 2892454 w 5541406"/>
                <a:gd name="connsiteY12" fmla="*/ 16217 h 4621559"/>
                <a:gd name="connsiteX13" fmla="*/ 3642380 w 5541406"/>
                <a:gd name="connsiteY13" fmla="*/ 1191729 h 4621559"/>
                <a:gd name="connsiteX0" fmla="*/ 3727545 w 5541406"/>
                <a:gd name="connsiteY0" fmla="*/ 645310 h 4648881"/>
                <a:gd name="connsiteX1" fmla="*/ 2371767 w 5541406"/>
                <a:gd name="connsiteY1" fmla="*/ 2006877 h 4648881"/>
                <a:gd name="connsiteX2" fmla="*/ 5448069 w 5541406"/>
                <a:gd name="connsiteY2" fmla="*/ 2521891 h 4648881"/>
                <a:gd name="connsiteX3" fmla="*/ 5541406 w 5541406"/>
                <a:gd name="connsiteY3" fmla="*/ 2534929 h 4648881"/>
                <a:gd name="connsiteX4" fmla="*/ 5249357 w 5541406"/>
                <a:gd name="connsiteY4" fmla="*/ 3155319 h 4648881"/>
                <a:gd name="connsiteX5" fmla="*/ 5249356 w 5541406"/>
                <a:gd name="connsiteY5" fmla="*/ 3151238 h 4648881"/>
                <a:gd name="connsiteX6" fmla="*/ 4486286 w 5541406"/>
                <a:gd name="connsiteY6" fmla="*/ 4648881 h 4648881"/>
                <a:gd name="connsiteX7" fmla="*/ 1372653 w 5541406"/>
                <a:gd name="connsiteY7" fmla="*/ 4625665 h 4648881"/>
                <a:gd name="connsiteX8" fmla="*/ 617004 w 5541406"/>
                <a:gd name="connsiteY8" fmla="*/ 3235989 h 4648881"/>
                <a:gd name="connsiteX9" fmla="*/ 617005 w 5541406"/>
                <a:gd name="connsiteY9" fmla="*/ 3235989 h 4648881"/>
                <a:gd name="connsiteX10" fmla="*/ 0 w 5541406"/>
                <a:gd name="connsiteY10" fmla="*/ 1984208 h 4648881"/>
                <a:gd name="connsiteX11" fmla="*/ 324555 w 5541406"/>
                <a:gd name="connsiteY11" fmla="*/ 1445618 h 4648881"/>
                <a:gd name="connsiteX12" fmla="*/ 2892454 w 5541406"/>
                <a:gd name="connsiteY12" fmla="*/ 43539 h 4648881"/>
                <a:gd name="connsiteX13" fmla="*/ 3727545 w 5541406"/>
                <a:gd name="connsiteY13" fmla="*/ 645310 h 464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41406" h="4648881">
                  <a:moveTo>
                    <a:pt x="3727545" y="645310"/>
                  </a:moveTo>
                  <a:cubicBezTo>
                    <a:pt x="3113396" y="167249"/>
                    <a:pt x="2085013" y="1694114"/>
                    <a:pt x="2371767" y="2006877"/>
                  </a:cubicBezTo>
                  <a:cubicBezTo>
                    <a:pt x="2658521" y="2319641"/>
                    <a:pt x="4825507" y="2409699"/>
                    <a:pt x="5448069" y="2521891"/>
                  </a:cubicBezTo>
                  <a:lnTo>
                    <a:pt x="5541406" y="2534929"/>
                  </a:lnTo>
                  <a:lnTo>
                    <a:pt x="5249357" y="3155319"/>
                  </a:lnTo>
                  <a:cubicBezTo>
                    <a:pt x="5249357" y="3153959"/>
                    <a:pt x="5249356" y="3152598"/>
                    <a:pt x="5249356" y="3151238"/>
                  </a:cubicBezTo>
                  <a:lnTo>
                    <a:pt x="4486286" y="4648881"/>
                  </a:lnTo>
                  <a:lnTo>
                    <a:pt x="1372653" y="4625665"/>
                  </a:lnTo>
                  <a:lnTo>
                    <a:pt x="617004" y="3235989"/>
                  </a:lnTo>
                  <a:lnTo>
                    <a:pt x="617005" y="3235989"/>
                  </a:lnTo>
                  <a:lnTo>
                    <a:pt x="0" y="1984208"/>
                  </a:lnTo>
                  <a:lnTo>
                    <a:pt x="324555" y="1445618"/>
                  </a:lnTo>
                  <a:cubicBezTo>
                    <a:pt x="897110" y="517871"/>
                    <a:pt x="2368917" y="174985"/>
                    <a:pt x="2892454" y="43539"/>
                  </a:cubicBezTo>
                  <a:cubicBezTo>
                    <a:pt x="3348458" y="-92921"/>
                    <a:pt x="3800164" y="87004"/>
                    <a:pt x="3727545" y="645310"/>
                  </a:cubicBezTo>
                  <a:close/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effectLst>
                  <a:glow rad="698500">
                    <a:schemeClr val="tx1"/>
                  </a:glow>
                </a:effectLst>
              </a:endParaRPr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831A75-F63F-4DB0-AB3F-7DCC7919A186}"/>
                </a:ext>
              </a:extLst>
            </p:cNvPr>
            <p:cNvSpPr/>
            <p:nvPr/>
          </p:nvSpPr>
          <p:spPr>
            <a:xfrm>
              <a:off x="3070825" y="2115836"/>
              <a:ext cx="5224164" cy="4071140"/>
            </a:xfrm>
            <a:custGeom>
              <a:avLst/>
              <a:gdLst>
                <a:gd name="connsiteX0" fmla="*/ 1841492 w 4973152"/>
                <a:gd name="connsiteY0" fmla="*/ 127 h 4090700"/>
                <a:gd name="connsiteX1" fmla="*/ 3656626 w 4973152"/>
                <a:gd name="connsiteY1" fmla="*/ 2040190 h 4090700"/>
                <a:gd name="connsiteX2" fmla="*/ 4836319 w 4973152"/>
                <a:gd name="connsiteY2" fmla="*/ 2286990 h 4090700"/>
                <a:gd name="connsiteX3" fmla="*/ 4973152 w 4973152"/>
                <a:gd name="connsiteY3" fmla="*/ 2290168 h 4090700"/>
                <a:gd name="connsiteX4" fmla="*/ 4559468 w 4973152"/>
                <a:gd name="connsiteY4" fmla="*/ 3096945 h 4090700"/>
                <a:gd name="connsiteX5" fmla="*/ 4559468 w 4973152"/>
                <a:gd name="connsiteY5" fmla="*/ 3096945 h 4090700"/>
                <a:gd name="connsiteX6" fmla="*/ 4049909 w 4973152"/>
                <a:gd name="connsiteY6" fmla="*/ 4090700 h 4090700"/>
                <a:gd name="connsiteX7" fmla="*/ 1112034 w 4973152"/>
                <a:gd name="connsiteY7" fmla="*/ 4082631 h 4090700"/>
                <a:gd name="connsiteX8" fmla="*/ 1112030 w 4973152"/>
                <a:gd name="connsiteY8" fmla="*/ 4082632 h 4090700"/>
                <a:gd name="connsiteX9" fmla="*/ 881847 w 4973152"/>
                <a:gd name="connsiteY9" fmla="*/ 4082000 h 4090700"/>
                <a:gd name="connsiteX10" fmla="*/ 0 w 4973152"/>
                <a:gd name="connsiteY10" fmla="*/ 2333875 h 4090700"/>
                <a:gd name="connsiteX11" fmla="*/ 87753 w 4973152"/>
                <a:gd name="connsiteY11" fmla="*/ 2173768 h 4090700"/>
                <a:gd name="connsiteX12" fmla="*/ 1609904 w 4973152"/>
                <a:gd name="connsiteY12" fmla="*/ 65337 h 4090700"/>
                <a:gd name="connsiteX13" fmla="*/ 1841492 w 4973152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59468 w 4929609"/>
                <a:gd name="connsiteY5" fmla="*/ 3096945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30440 w 4929609"/>
                <a:gd name="connsiteY4" fmla="*/ 3091502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881847 w 4929609"/>
                <a:gd name="connsiteY9" fmla="*/ 4082000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909061 w 4929609"/>
                <a:gd name="connsiteY9" fmla="*/ 4034829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1"/>
                <a:gd name="connsiteX1" fmla="*/ 3656626 w 4929609"/>
                <a:gd name="connsiteY1" fmla="*/ 2040190 h 4082631"/>
                <a:gd name="connsiteX2" fmla="*/ 4836319 w 4929609"/>
                <a:gd name="connsiteY2" fmla="*/ 2286990 h 4082631"/>
                <a:gd name="connsiteX3" fmla="*/ 4929609 w 4929609"/>
                <a:gd name="connsiteY3" fmla="*/ 2286539 h 4082631"/>
                <a:gd name="connsiteX4" fmla="*/ 4530440 w 4929609"/>
                <a:gd name="connsiteY4" fmla="*/ 3091502 h 4082631"/>
                <a:gd name="connsiteX5" fmla="*/ 4528625 w 4929609"/>
                <a:gd name="connsiteY5" fmla="*/ 3093317 h 4082631"/>
                <a:gd name="connsiteX6" fmla="*/ 4042652 w 4929609"/>
                <a:gd name="connsiteY6" fmla="*/ 4030828 h 4082631"/>
                <a:gd name="connsiteX7" fmla="*/ 1112034 w 4929609"/>
                <a:gd name="connsiteY7" fmla="*/ 4082631 h 4082631"/>
                <a:gd name="connsiteX8" fmla="*/ 1117473 w 4929609"/>
                <a:gd name="connsiteY8" fmla="*/ 4040903 h 4082631"/>
                <a:gd name="connsiteX9" fmla="*/ 909061 w 4929609"/>
                <a:gd name="connsiteY9" fmla="*/ 4034829 h 4082631"/>
                <a:gd name="connsiteX10" fmla="*/ 0 w 4929609"/>
                <a:gd name="connsiteY10" fmla="*/ 2333875 h 4082631"/>
                <a:gd name="connsiteX11" fmla="*/ 87753 w 4929609"/>
                <a:gd name="connsiteY11" fmla="*/ 2173768 h 4082631"/>
                <a:gd name="connsiteX12" fmla="*/ 1609904 w 4929609"/>
                <a:gd name="connsiteY12" fmla="*/ 65337 h 4082631"/>
                <a:gd name="connsiteX13" fmla="*/ 1841492 w 4929609"/>
                <a:gd name="connsiteY13" fmla="*/ 127 h 4082631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17473 w 4929609"/>
                <a:gd name="connsiteY8" fmla="*/ 4040903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26545 w 4929609"/>
                <a:gd name="connsiteY8" fmla="*/ 4024575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34829"/>
                <a:gd name="connsiteX1" fmla="*/ 3656626 w 4929609"/>
                <a:gd name="connsiteY1" fmla="*/ 2040190 h 4034829"/>
                <a:gd name="connsiteX2" fmla="*/ 4836319 w 4929609"/>
                <a:gd name="connsiteY2" fmla="*/ 2286990 h 4034829"/>
                <a:gd name="connsiteX3" fmla="*/ 4929609 w 4929609"/>
                <a:gd name="connsiteY3" fmla="*/ 2286539 h 4034829"/>
                <a:gd name="connsiteX4" fmla="*/ 4530440 w 4929609"/>
                <a:gd name="connsiteY4" fmla="*/ 3091502 h 4034829"/>
                <a:gd name="connsiteX5" fmla="*/ 4528625 w 4929609"/>
                <a:gd name="connsiteY5" fmla="*/ 3093317 h 4034829"/>
                <a:gd name="connsiteX6" fmla="*/ 4042652 w 4929609"/>
                <a:gd name="connsiteY6" fmla="*/ 4030828 h 4034829"/>
                <a:gd name="connsiteX7" fmla="*/ 1126549 w 4929609"/>
                <a:gd name="connsiteY7" fmla="*/ 4026388 h 4034829"/>
                <a:gd name="connsiteX8" fmla="*/ 1126545 w 4929609"/>
                <a:gd name="connsiteY8" fmla="*/ 4024575 h 4034829"/>
                <a:gd name="connsiteX9" fmla="*/ 909061 w 4929609"/>
                <a:gd name="connsiteY9" fmla="*/ 4034829 h 4034829"/>
                <a:gd name="connsiteX10" fmla="*/ 0 w 4929609"/>
                <a:gd name="connsiteY10" fmla="*/ 2333875 h 4034829"/>
                <a:gd name="connsiteX11" fmla="*/ 87753 w 4929609"/>
                <a:gd name="connsiteY11" fmla="*/ 2173768 h 4034829"/>
                <a:gd name="connsiteX12" fmla="*/ 1609904 w 4929609"/>
                <a:gd name="connsiteY12" fmla="*/ 65337 h 4034829"/>
                <a:gd name="connsiteX13" fmla="*/ 1841492 w 4929609"/>
                <a:gd name="connsiteY13" fmla="*/ 127 h 4034829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08835 w 4896952"/>
                <a:gd name="connsiteY0" fmla="*/ 127 h 4030828"/>
                <a:gd name="connsiteX1" fmla="*/ 3623969 w 4896952"/>
                <a:gd name="connsiteY1" fmla="*/ 2040190 h 4030828"/>
                <a:gd name="connsiteX2" fmla="*/ 4803662 w 4896952"/>
                <a:gd name="connsiteY2" fmla="*/ 2286990 h 4030828"/>
                <a:gd name="connsiteX3" fmla="*/ 4896952 w 4896952"/>
                <a:gd name="connsiteY3" fmla="*/ 2286539 h 4030828"/>
                <a:gd name="connsiteX4" fmla="*/ 4497783 w 4896952"/>
                <a:gd name="connsiteY4" fmla="*/ 3091502 h 4030828"/>
                <a:gd name="connsiteX5" fmla="*/ 4495968 w 4896952"/>
                <a:gd name="connsiteY5" fmla="*/ 3093317 h 4030828"/>
                <a:gd name="connsiteX6" fmla="*/ 4009995 w 4896952"/>
                <a:gd name="connsiteY6" fmla="*/ 4030828 h 4030828"/>
                <a:gd name="connsiteX7" fmla="*/ 1093892 w 4896952"/>
                <a:gd name="connsiteY7" fmla="*/ 4026388 h 4030828"/>
                <a:gd name="connsiteX8" fmla="*/ 1093888 w 4896952"/>
                <a:gd name="connsiteY8" fmla="*/ 4024575 h 4030828"/>
                <a:gd name="connsiteX9" fmla="*/ 898176 w 4896952"/>
                <a:gd name="connsiteY9" fmla="*/ 4007615 h 4030828"/>
                <a:gd name="connsiteX10" fmla="*/ 0 w 4896952"/>
                <a:gd name="connsiteY10" fmla="*/ 2286703 h 4030828"/>
                <a:gd name="connsiteX11" fmla="*/ 55096 w 4896952"/>
                <a:gd name="connsiteY11" fmla="*/ 2173768 h 4030828"/>
                <a:gd name="connsiteX12" fmla="*/ 1577247 w 4896952"/>
                <a:gd name="connsiteY12" fmla="*/ 65337 h 4030828"/>
                <a:gd name="connsiteX13" fmla="*/ 1808835 w 4896952"/>
                <a:gd name="connsiteY13" fmla="*/ 127 h 4030828"/>
                <a:gd name="connsiteX0" fmla="*/ 1808835 w 4896952"/>
                <a:gd name="connsiteY0" fmla="*/ 132 h 4030833"/>
                <a:gd name="connsiteX1" fmla="*/ 2055145 w 4896952"/>
                <a:gd name="connsiteY1" fmla="*/ 1977442 h 4030833"/>
                <a:gd name="connsiteX2" fmla="*/ 4803662 w 4896952"/>
                <a:gd name="connsiteY2" fmla="*/ 2286995 h 4030833"/>
                <a:gd name="connsiteX3" fmla="*/ 4896952 w 4896952"/>
                <a:gd name="connsiteY3" fmla="*/ 2286544 h 4030833"/>
                <a:gd name="connsiteX4" fmla="*/ 4497783 w 4896952"/>
                <a:gd name="connsiteY4" fmla="*/ 3091507 h 4030833"/>
                <a:gd name="connsiteX5" fmla="*/ 4495968 w 4896952"/>
                <a:gd name="connsiteY5" fmla="*/ 3093322 h 4030833"/>
                <a:gd name="connsiteX6" fmla="*/ 4009995 w 4896952"/>
                <a:gd name="connsiteY6" fmla="*/ 4030833 h 4030833"/>
                <a:gd name="connsiteX7" fmla="*/ 1093892 w 4896952"/>
                <a:gd name="connsiteY7" fmla="*/ 4026393 h 4030833"/>
                <a:gd name="connsiteX8" fmla="*/ 1093888 w 4896952"/>
                <a:gd name="connsiteY8" fmla="*/ 4024580 h 4030833"/>
                <a:gd name="connsiteX9" fmla="*/ 898176 w 4896952"/>
                <a:gd name="connsiteY9" fmla="*/ 4007620 h 4030833"/>
                <a:gd name="connsiteX10" fmla="*/ 0 w 4896952"/>
                <a:gd name="connsiteY10" fmla="*/ 2286708 h 4030833"/>
                <a:gd name="connsiteX11" fmla="*/ 55096 w 4896952"/>
                <a:gd name="connsiteY11" fmla="*/ 2173773 h 4030833"/>
                <a:gd name="connsiteX12" fmla="*/ 1577247 w 4896952"/>
                <a:gd name="connsiteY12" fmla="*/ 65342 h 4030833"/>
                <a:gd name="connsiteX13" fmla="*/ 1808835 w 4896952"/>
                <a:gd name="connsiteY13" fmla="*/ 132 h 4030833"/>
                <a:gd name="connsiteX0" fmla="*/ 2131565 w 4896952"/>
                <a:gd name="connsiteY0" fmla="*/ 133 h 4080140"/>
                <a:gd name="connsiteX1" fmla="*/ 2055145 w 4896952"/>
                <a:gd name="connsiteY1" fmla="*/ 2026749 h 4080140"/>
                <a:gd name="connsiteX2" fmla="*/ 4803662 w 4896952"/>
                <a:gd name="connsiteY2" fmla="*/ 2336302 h 4080140"/>
                <a:gd name="connsiteX3" fmla="*/ 4896952 w 4896952"/>
                <a:gd name="connsiteY3" fmla="*/ 2335851 h 4080140"/>
                <a:gd name="connsiteX4" fmla="*/ 4497783 w 4896952"/>
                <a:gd name="connsiteY4" fmla="*/ 3140814 h 4080140"/>
                <a:gd name="connsiteX5" fmla="*/ 4495968 w 4896952"/>
                <a:gd name="connsiteY5" fmla="*/ 3142629 h 4080140"/>
                <a:gd name="connsiteX6" fmla="*/ 4009995 w 4896952"/>
                <a:gd name="connsiteY6" fmla="*/ 4080140 h 4080140"/>
                <a:gd name="connsiteX7" fmla="*/ 1093892 w 4896952"/>
                <a:gd name="connsiteY7" fmla="*/ 4075700 h 4080140"/>
                <a:gd name="connsiteX8" fmla="*/ 1093888 w 4896952"/>
                <a:gd name="connsiteY8" fmla="*/ 4073887 h 4080140"/>
                <a:gd name="connsiteX9" fmla="*/ 898176 w 4896952"/>
                <a:gd name="connsiteY9" fmla="*/ 4056927 h 4080140"/>
                <a:gd name="connsiteX10" fmla="*/ 0 w 4896952"/>
                <a:gd name="connsiteY10" fmla="*/ 2336015 h 4080140"/>
                <a:gd name="connsiteX11" fmla="*/ 55096 w 4896952"/>
                <a:gd name="connsiteY11" fmla="*/ 2223080 h 4080140"/>
                <a:gd name="connsiteX12" fmla="*/ 1577247 w 4896952"/>
                <a:gd name="connsiteY12" fmla="*/ 114649 h 4080140"/>
                <a:gd name="connsiteX13" fmla="*/ 2131565 w 4896952"/>
                <a:gd name="connsiteY13" fmla="*/ 133 h 4080140"/>
                <a:gd name="connsiteX0" fmla="*/ 2131565 w 4896952"/>
                <a:gd name="connsiteY0" fmla="*/ 138 h 4080145"/>
                <a:gd name="connsiteX1" fmla="*/ 1651733 w 4896952"/>
                <a:gd name="connsiteY1" fmla="*/ 1977448 h 4080145"/>
                <a:gd name="connsiteX2" fmla="*/ 4803662 w 4896952"/>
                <a:gd name="connsiteY2" fmla="*/ 2336307 h 4080145"/>
                <a:gd name="connsiteX3" fmla="*/ 4896952 w 4896952"/>
                <a:gd name="connsiteY3" fmla="*/ 2335856 h 4080145"/>
                <a:gd name="connsiteX4" fmla="*/ 4497783 w 4896952"/>
                <a:gd name="connsiteY4" fmla="*/ 3140819 h 4080145"/>
                <a:gd name="connsiteX5" fmla="*/ 4495968 w 4896952"/>
                <a:gd name="connsiteY5" fmla="*/ 3142634 h 4080145"/>
                <a:gd name="connsiteX6" fmla="*/ 4009995 w 4896952"/>
                <a:gd name="connsiteY6" fmla="*/ 4080145 h 4080145"/>
                <a:gd name="connsiteX7" fmla="*/ 1093892 w 4896952"/>
                <a:gd name="connsiteY7" fmla="*/ 4075705 h 4080145"/>
                <a:gd name="connsiteX8" fmla="*/ 1093888 w 4896952"/>
                <a:gd name="connsiteY8" fmla="*/ 4073892 h 4080145"/>
                <a:gd name="connsiteX9" fmla="*/ 898176 w 4896952"/>
                <a:gd name="connsiteY9" fmla="*/ 4056932 h 4080145"/>
                <a:gd name="connsiteX10" fmla="*/ 0 w 4896952"/>
                <a:gd name="connsiteY10" fmla="*/ 2336020 h 4080145"/>
                <a:gd name="connsiteX11" fmla="*/ 55096 w 4896952"/>
                <a:gd name="connsiteY11" fmla="*/ 2223085 h 4080145"/>
                <a:gd name="connsiteX12" fmla="*/ 1577247 w 4896952"/>
                <a:gd name="connsiteY12" fmla="*/ 114654 h 4080145"/>
                <a:gd name="connsiteX13" fmla="*/ 2131565 w 4896952"/>
                <a:gd name="connsiteY13" fmla="*/ 138 h 4080145"/>
                <a:gd name="connsiteX0" fmla="*/ 2508083 w 4896952"/>
                <a:gd name="connsiteY0" fmla="*/ 78910 h 3975141"/>
                <a:gd name="connsiteX1" fmla="*/ 1651733 w 4896952"/>
                <a:gd name="connsiteY1" fmla="*/ 1872444 h 3975141"/>
                <a:gd name="connsiteX2" fmla="*/ 4803662 w 4896952"/>
                <a:gd name="connsiteY2" fmla="*/ 2231303 h 3975141"/>
                <a:gd name="connsiteX3" fmla="*/ 4896952 w 4896952"/>
                <a:gd name="connsiteY3" fmla="*/ 2230852 h 3975141"/>
                <a:gd name="connsiteX4" fmla="*/ 4497783 w 4896952"/>
                <a:gd name="connsiteY4" fmla="*/ 3035815 h 3975141"/>
                <a:gd name="connsiteX5" fmla="*/ 4495968 w 4896952"/>
                <a:gd name="connsiteY5" fmla="*/ 3037630 h 3975141"/>
                <a:gd name="connsiteX6" fmla="*/ 4009995 w 4896952"/>
                <a:gd name="connsiteY6" fmla="*/ 3975141 h 3975141"/>
                <a:gd name="connsiteX7" fmla="*/ 1093892 w 4896952"/>
                <a:gd name="connsiteY7" fmla="*/ 3970701 h 3975141"/>
                <a:gd name="connsiteX8" fmla="*/ 1093888 w 4896952"/>
                <a:gd name="connsiteY8" fmla="*/ 3968888 h 3975141"/>
                <a:gd name="connsiteX9" fmla="*/ 898176 w 4896952"/>
                <a:gd name="connsiteY9" fmla="*/ 3951928 h 3975141"/>
                <a:gd name="connsiteX10" fmla="*/ 0 w 4896952"/>
                <a:gd name="connsiteY10" fmla="*/ 2231016 h 3975141"/>
                <a:gd name="connsiteX11" fmla="*/ 55096 w 4896952"/>
                <a:gd name="connsiteY11" fmla="*/ 2118081 h 3975141"/>
                <a:gd name="connsiteX12" fmla="*/ 1577247 w 4896952"/>
                <a:gd name="connsiteY12" fmla="*/ 9650 h 3975141"/>
                <a:gd name="connsiteX13" fmla="*/ 2508083 w 4896952"/>
                <a:gd name="connsiteY13" fmla="*/ 78910 h 3975141"/>
                <a:gd name="connsiteX0" fmla="*/ 2508083 w 4896952"/>
                <a:gd name="connsiteY0" fmla="*/ 153 h 3896384"/>
                <a:gd name="connsiteX1" fmla="*/ 1651733 w 4896952"/>
                <a:gd name="connsiteY1" fmla="*/ 1793687 h 3896384"/>
                <a:gd name="connsiteX2" fmla="*/ 4803662 w 4896952"/>
                <a:gd name="connsiteY2" fmla="*/ 2152546 h 3896384"/>
                <a:gd name="connsiteX3" fmla="*/ 4896952 w 4896952"/>
                <a:gd name="connsiteY3" fmla="*/ 2152095 h 3896384"/>
                <a:gd name="connsiteX4" fmla="*/ 4497783 w 4896952"/>
                <a:gd name="connsiteY4" fmla="*/ 2957058 h 3896384"/>
                <a:gd name="connsiteX5" fmla="*/ 4495968 w 4896952"/>
                <a:gd name="connsiteY5" fmla="*/ 2958873 h 3896384"/>
                <a:gd name="connsiteX6" fmla="*/ 4009995 w 4896952"/>
                <a:gd name="connsiteY6" fmla="*/ 3896384 h 3896384"/>
                <a:gd name="connsiteX7" fmla="*/ 1093892 w 4896952"/>
                <a:gd name="connsiteY7" fmla="*/ 3891944 h 3896384"/>
                <a:gd name="connsiteX8" fmla="*/ 1093888 w 4896952"/>
                <a:gd name="connsiteY8" fmla="*/ 3890131 h 3896384"/>
                <a:gd name="connsiteX9" fmla="*/ 898176 w 4896952"/>
                <a:gd name="connsiteY9" fmla="*/ 3873171 h 3896384"/>
                <a:gd name="connsiteX10" fmla="*/ 0 w 4896952"/>
                <a:gd name="connsiteY10" fmla="*/ 2152259 h 3896384"/>
                <a:gd name="connsiteX11" fmla="*/ 55096 w 4896952"/>
                <a:gd name="connsiteY11" fmla="*/ 2039324 h 3896384"/>
                <a:gd name="connsiteX12" fmla="*/ 1218659 w 4896952"/>
                <a:gd name="connsiteY12" fmla="*/ 464293 h 3896384"/>
                <a:gd name="connsiteX13" fmla="*/ 2508083 w 4896952"/>
                <a:gd name="connsiteY13" fmla="*/ 153 h 3896384"/>
                <a:gd name="connsiteX0" fmla="*/ 2508083 w 4896952"/>
                <a:gd name="connsiteY0" fmla="*/ 153 h 3896384"/>
                <a:gd name="connsiteX1" fmla="*/ 1651733 w 4896952"/>
                <a:gd name="connsiteY1" fmla="*/ 1793687 h 3896384"/>
                <a:gd name="connsiteX2" fmla="*/ 4803662 w 4896952"/>
                <a:gd name="connsiteY2" fmla="*/ 2152546 h 3896384"/>
                <a:gd name="connsiteX3" fmla="*/ 4896952 w 4896952"/>
                <a:gd name="connsiteY3" fmla="*/ 2152095 h 3896384"/>
                <a:gd name="connsiteX4" fmla="*/ 4497783 w 4896952"/>
                <a:gd name="connsiteY4" fmla="*/ 2957058 h 3896384"/>
                <a:gd name="connsiteX5" fmla="*/ 4495968 w 4896952"/>
                <a:gd name="connsiteY5" fmla="*/ 2958873 h 3896384"/>
                <a:gd name="connsiteX6" fmla="*/ 4009995 w 4896952"/>
                <a:gd name="connsiteY6" fmla="*/ 3896384 h 3896384"/>
                <a:gd name="connsiteX7" fmla="*/ 1093892 w 4896952"/>
                <a:gd name="connsiteY7" fmla="*/ 3891944 h 3896384"/>
                <a:gd name="connsiteX8" fmla="*/ 1093888 w 4896952"/>
                <a:gd name="connsiteY8" fmla="*/ 3890131 h 3896384"/>
                <a:gd name="connsiteX9" fmla="*/ 898176 w 4896952"/>
                <a:gd name="connsiteY9" fmla="*/ 3873171 h 3896384"/>
                <a:gd name="connsiteX10" fmla="*/ 0 w 4896952"/>
                <a:gd name="connsiteY10" fmla="*/ 2152259 h 3896384"/>
                <a:gd name="connsiteX11" fmla="*/ 55096 w 4896952"/>
                <a:gd name="connsiteY11" fmla="*/ 2039324 h 3896384"/>
                <a:gd name="connsiteX12" fmla="*/ 1218659 w 4896952"/>
                <a:gd name="connsiteY12" fmla="*/ 464293 h 3896384"/>
                <a:gd name="connsiteX13" fmla="*/ 2508083 w 4896952"/>
                <a:gd name="connsiteY13" fmla="*/ 153 h 3896384"/>
                <a:gd name="connsiteX0" fmla="*/ 2508083 w 4896952"/>
                <a:gd name="connsiteY0" fmla="*/ 182 h 3896413"/>
                <a:gd name="connsiteX1" fmla="*/ 1167639 w 4896952"/>
                <a:gd name="connsiteY1" fmla="*/ 1551669 h 3896413"/>
                <a:gd name="connsiteX2" fmla="*/ 4803662 w 4896952"/>
                <a:gd name="connsiteY2" fmla="*/ 2152575 h 3896413"/>
                <a:gd name="connsiteX3" fmla="*/ 4896952 w 4896952"/>
                <a:gd name="connsiteY3" fmla="*/ 2152124 h 3896413"/>
                <a:gd name="connsiteX4" fmla="*/ 4497783 w 4896952"/>
                <a:gd name="connsiteY4" fmla="*/ 2957087 h 3896413"/>
                <a:gd name="connsiteX5" fmla="*/ 4495968 w 4896952"/>
                <a:gd name="connsiteY5" fmla="*/ 2958902 h 3896413"/>
                <a:gd name="connsiteX6" fmla="*/ 4009995 w 4896952"/>
                <a:gd name="connsiteY6" fmla="*/ 3896413 h 3896413"/>
                <a:gd name="connsiteX7" fmla="*/ 1093892 w 4896952"/>
                <a:gd name="connsiteY7" fmla="*/ 3891973 h 3896413"/>
                <a:gd name="connsiteX8" fmla="*/ 1093888 w 4896952"/>
                <a:gd name="connsiteY8" fmla="*/ 3890160 h 3896413"/>
                <a:gd name="connsiteX9" fmla="*/ 898176 w 4896952"/>
                <a:gd name="connsiteY9" fmla="*/ 3873200 h 3896413"/>
                <a:gd name="connsiteX10" fmla="*/ 0 w 4896952"/>
                <a:gd name="connsiteY10" fmla="*/ 2152288 h 3896413"/>
                <a:gd name="connsiteX11" fmla="*/ 55096 w 4896952"/>
                <a:gd name="connsiteY11" fmla="*/ 2039353 h 3896413"/>
                <a:gd name="connsiteX12" fmla="*/ 1218659 w 4896952"/>
                <a:gd name="connsiteY12" fmla="*/ 464322 h 3896413"/>
                <a:gd name="connsiteX13" fmla="*/ 2508083 w 4896952"/>
                <a:gd name="connsiteY13" fmla="*/ 182 h 3896413"/>
                <a:gd name="connsiteX0" fmla="*/ 2647036 w 4896952"/>
                <a:gd name="connsiteY0" fmla="*/ 229 h 3600624"/>
                <a:gd name="connsiteX1" fmla="*/ 1167639 w 4896952"/>
                <a:gd name="connsiteY1" fmla="*/ 1255880 h 3600624"/>
                <a:gd name="connsiteX2" fmla="*/ 4803662 w 4896952"/>
                <a:gd name="connsiteY2" fmla="*/ 1856786 h 3600624"/>
                <a:gd name="connsiteX3" fmla="*/ 4896952 w 4896952"/>
                <a:gd name="connsiteY3" fmla="*/ 1856335 h 3600624"/>
                <a:gd name="connsiteX4" fmla="*/ 4497783 w 4896952"/>
                <a:gd name="connsiteY4" fmla="*/ 2661298 h 3600624"/>
                <a:gd name="connsiteX5" fmla="*/ 4495968 w 4896952"/>
                <a:gd name="connsiteY5" fmla="*/ 2663113 h 3600624"/>
                <a:gd name="connsiteX6" fmla="*/ 4009995 w 4896952"/>
                <a:gd name="connsiteY6" fmla="*/ 3600624 h 3600624"/>
                <a:gd name="connsiteX7" fmla="*/ 1093892 w 4896952"/>
                <a:gd name="connsiteY7" fmla="*/ 3596184 h 3600624"/>
                <a:gd name="connsiteX8" fmla="*/ 1093888 w 4896952"/>
                <a:gd name="connsiteY8" fmla="*/ 3594371 h 3600624"/>
                <a:gd name="connsiteX9" fmla="*/ 898176 w 4896952"/>
                <a:gd name="connsiteY9" fmla="*/ 3577411 h 3600624"/>
                <a:gd name="connsiteX10" fmla="*/ 0 w 4896952"/>
                <a:gd name="connsiteY10" fmla="*/ 1856499 h 3600624"/>
                <a:gd name="connsiteX11" fmla="*/ 55096 w 4896952"/>
                <a:gd name="connsiteY11" fmla="*/ 1743564 h 3600624"/>
                <a:gd name="connsiteX12" fmla="*/ 1218659 w 4896952"/>
                <a:gd name="connsiteY12" fmla="*/ 168533 h 3600624"/>
                <a:gd name="connsiteX13" fmla="*/ 2647036 w 4896952"/>
                <a:gd name="connsiteY13" fmla="*/ 229 h 3600624"/>
                <a:gd name="connsiteX0" fmla="*/ 2647036 w 4896952"/>
                <a:gd name="connsiteY0" fmla="*/ 281353 h 3881748"/>
                <a:gd name="connsiteX1" fmla="*/ 1167639 w 4896952"/>
                <a:gd name="connsiteY1" fmla="*/ 1537004 h 3881748"/>
                <a:gd name="connsiteX2" fmla="*/ 4803662 w 4896952"/>
                <a:gd name="connsiteY2" fmla="*/ 2137910 h 3881748"/>
                <a:gd name="connsiteX3" fmla="*/ 4896952 w 4896952"/>
                <a:gd name="connsiteY3" fmla="*/ 2137459 h 3881748"/>
                <a:gd name="connsiteX4" fmla="*/ 4497783 w 4896952"/>
                <a:gd name="connsiteY4" fmla="*/ 2942422 h 3881748"/>
                <a:gd name="connsiteX5" fmla="*/ 4495968 w 4896952"/>
                <a:gd name="connsiteY5" fmla="*/ 2944237 h 3881748"/>
                <a:gd name="connsiteX6" fmla="*/ 4009995 w 4896952"/>
                <a:gd name="connsiteY6" fmla="*/ 3881748 h 3881748"/>
                <a:gd name="connsiteX7" fmla="*/ 1093892 w 4896952"/>
                <a:gd name="connsiteY7" fmla="*/ 3877308 h 3881748"/>
                <a:gd name="connsiteX8" fmla="*/ 1093888 w 4896952"/>
                <a:gd name="connsiteY8" fmla="*/ 3875495 h 3881748"/>
                <a:gd name="connsiteX9" fmla="*/ 898176 w 4896952"/>
                <a:gd name="connsiteY9" fmla="*/ 3858535 h 3881748"/>
                <a:gd name="connsiteX10" fmla="*/ 0 w 4896952"/>
                <a:gd name="connsiteY10" fmla="*/ 2137623 h 3881748"/>
                <a:gd name="connsiteX11" fmla="*/ 55096 w 4896952"/>
                <a:gd name="connsiteY11" fmla="*/ 2024688 h 3881748"/>
                <a:gd name="connsiteX12" fmla="*/ 1218659 w 4896952"/>
                <a:gd name="connsiteY12" fmla="*/ 449657 h 3881748"/>
                <a:gd name="connsiteX13" fmla="*/ 2647036 w 4896952"/>
                <a:gd name="connsiteY13" fmla="*/ 281353 h 3881748"/>
                <a:gd name="connsiteX0" fmla="*/ 2647036 w 4896952"/>
                <a:gd name="connsiteY0" fmla="*/ 281353 h 3881748"/>
                <a:gd name="connsiteX1" fmla="*/ 1167639 w 4896952"/>
                <a:gd name="connsiteY1" fmla="*/ 1537004 h 3881748"/>
                <a:gd name="connsiteX2" fmla="*/ 4803662 w 4896952"/>
                <a:gd name="connsiteY2" fmla="*/ 2137910 h 3881748"/>
                <a:gd name="connsiteX3" fmla="*/ 4896952 w 4896952"/>
                <a:gd name="connsiteY3" fmla="*/ 2137459 h 3881748"/>
                <a:gd name="connsiteX4" fmla="*/ 4497783 w 4896952"/>
                <a:gd name="connsiteY4" fmla="*/ 2942422 h 3881748"/>
                <a:gd name="connsiteX5" fmla="*/ 4495968 w 4896952"/>
                <a:gd name="connsiteY5" fmla="*/ 2944237 h 3881748"/>
                <a:gd name="connsiteX6" fmla="*/ 4009995 w 4896952"/>
                <a:gd name="connsiteY6" fmla="*/ 3881748 h 3881748"/>
                <a:gd name="connsiteX7" fmla="*/ 1093892 w 4896952"/>
                <a:gd name="connsiteY7" fmla="*/ 3877308 h 3881748"/>
                <a:gd name="connsiteX8" fmla="*/ 1093888 w 4896952"/>
                <a:gd name="connsiteY8" fmla="*/ 3875495 h 3881748"/>
                <a:gd name="connsiteX9" fmla="*/ 898176 w 4896952"/>
                <a:gd name="connsiteY9" fmla="*/ 3858535 h 3881748"/>
                <a:gd name="connsiteX10" fmla="*/ 0 w 4896952"/>
                <a:gd name="connsiteY10" fmla="*/ 2137623 h 3881748"/>
                <a:gd name="connsiteX11" fmla="*/ 55096 w 4896952"/>
                <a:gd name="connsiteY11" fmla="*/ 2024688 h 3881748"/>
                <a:gd name="connsiteX12" fmla="*/ 1218659 w 4896952"/>
                <a:gd name="connsiteY12" fmla="*/ 449657 h 3881748"/>
                <a:gd name="connsiteX13" fmla="*/ 2647036 w 4896952"/>
                <a:gd name="connsiteY13" fmla="*/ 281353 h 3881748"/>
                <a:gd name="connsiteX0" fmla="*/ 2647036 w 4896952"/>
                <a:gd name="connsiteY0" fmla="*/ 217330 h 3817725"/>
                <a:gd name="connsiteX1" fmla="*/ 1167639 w 4896952"/>
                <a:gd name="connsiteY1" fmla="*/ 1472981 h 3817725"/>
                <a:gd name="connsiteX2" fmla="*/ 4803662 w 4896952"/>
                <a:gd name="connsiteY2" fmla="*/ 2073887 h 3817725"/>
                <a:gd name="connsiteX3" fmla="*/ 4896952 w 4896952"/>
                <a:gd name="connsiteY3" fmla="*/ 2073436 h 3817725"/>
                <a:gd name="connsiteX4" fmla="*/ 4497783 w 4896952"/>
                <a:gd name="connsiteY4" fmla="*/ 2878399 h 3817725"/>
                <a:gd name="connsiteX5" fmla="*/ 4495968 w 4896952"/>
                <a:gd name="connsiteY5" fmla="*/ 2880214 h 3817725"/>
                <a:gd name="connsiteX6" fmla="*/ 4009995 w 4896952"/>
                <a:gd name="connsiteY6" fmla="*/ 3817725 h 3817725"/>
                <a:gd name="connsiteX7" fmla="*/ 1093892 w 4896952"/>
                <a:gd name="connsiteY7" fmla="*/ 3813285 h 3817725"/>
                <a:gd name="connsiteX8" fmla="*/ 1093888 w 4896952"/>
                <a:gd name="connsiteY8" fmla="*/ 3811472 h 3817725"/>
                <a:gd name="connsiteX9" fmla="*/ 898176 w 4896952"/>
                <a:gd name="connsiteY9" fmla="*/ 3794512 h 3817725"/>
                <a:gd name="connsiteX10" fmla="*/ 0 w 4896952"/>
                <a:gd name="connsiteY10" fmla="*/ 2073600 h 3817725"/>
                <a:gd name="connsiteX11" fmla="*/ 55096 w 4896952"/>
                <a:gd name="connsiteY11" fmla="*/ 1960665 h 3817725"/>
                <a:gd name="connsiteX12" fmla="*/ 1218659 w 4896952"/>
                <a:gd name="connsiteY12" fmla="*/ 385634 h 3817725"/>
                <a:gd name="connsiteX13" fmla="*/ 2572410 w 4896952"/>
                <a:gd name="connsiteY13" fmla="*/ 14596 h 3817725"/>
                <a:gd name="connsiteX14" fmla="*/ 2647036 w 4896952"/>
                <a:gd name="connsiteY14" fmla="*/ 217330 h 3817725"/>
                <a:gd name="connsiteX0" fmla="*/ 2647036 w 4896952"/>
                <a:gd name="connsiteY0" fmla="*/ 464888 h 4065283"/>
                <a:gd name="connsiteX1" fmla="*/ 1167639 w 4896952"/>
                <a:gd name="connsiteY1" fmla="*/ 1720539 h 4065283"/>
                <a:gd name="connsiteX2" fmla="*/ 4803662 w 4896952"/>
                <a:gd name="connsiteY2" fmla="*/ 2321445 h 4065283"/>
                <a:gd name="connsiteX3" fmla="*/ 4896952 w 4896952"/>
                <a:gd name="connsiteY3" fmla="*/ 2320994 h 4065283"/>
                <a:gd name="connsiteX4" fmla="*/ 4497783 w 4896952"/>
                <a:gd name="connsiteY4" fmla="*/ 3125957 h 4065283"/>
                <a:gd name="connsiteX5" fmla="*/ 4495968 w 4896952"/>
                <a:gd name="connsiteY5" fmla="*/ 3127772 h 4065283"/>
                <a:gd name="connsiteX6" fmla="*/ 4009995 w 4896952"/>
                <a:gd name="connsiteY6" fmla="*/ 4065283 h 4065283"/>
                <a:gd name="connsiteX7" fmla="*/ 1093892 w 4896952"/>
                <a:gd name="connsiteY7" fmla="*/ 4060843 h 4065283"/>
                <a:gd name="connsiteX8" fmla="*/ 1093888 w 4896952"/>
                <a:gd name="connsiteY8" fmla="*/ 4059030 h 4065283"/>
                <a:gd name="connsiteX9" fmla="*/ 898176 w 4896952"/>
                <a:gd name="connsiteY9" fmla="*/ 4042070 h 4065283"/>
                <a:gd name="connsiteX10" fmla="*/ 0 w 4896952"/>
                <a:gd name="connsiteY10" fmla="*/ 2321158 h 4065283"/>
                <a:gd name="connsiteX11" fmla="*/ 55096 w 4896952"/>
                <a:gd name="connsiteY11" fmla="*/ 2208223 h 4065283"/>
                <a:gd name="connsiteX12" fmla="*/ 1218659 w 4896952"/>
                <a:gd name="connsiteY12" fmla="*/ 633192 h 4065283"/>
                <a:gd name="connsiteX13" fmla="*/ 2186928 w 4896952"/>
                <a:gd name="connsiteY13" fmla="*/ 2178 h 4065283"/>
                <a:gd name="connsiteX14" fmla="*/ 2647036 w 4896952"/>
                <a:gd name="connsiteY14" fmla="*/ 464888 h 4065283"/>
                <a:gd name="connsiteX0" fmla="*/ 2647036 w 4896952"/>
                <a:gd name="connsiteY0" fmla="*/ 474061 h 4074456"/>
                <a:gd name="connsiteX1" fmla="*/ 1167639 w 4896952"/>
                <a:gd name="connsiteY1" fmla="*/ 1729712 h 4074456"/>
                <a:gd name="connsiteX2" fmla="*/ 4803662 w 4896952"/>
                <a:gd name="connsiteY2" fmla="*/ 2330618 h 4074456"/>
                <a:gd name="connsiteX3" fmla="*/ 4896952 w 4896952"/>
                <a:gd name="connsiteY3" fmla="*/ 2330167 h 4074456"/>
                <a:gd name="connsiteX4" fmla="*/ 4497783 w 4896952"/>
                <a:gd name="connsiteY4" fmla="*/ 3135130 h 4074456"/>
                <a:gd name="connsiteX5" fmla="*/ 4495968 w 4896952"/>
                <a:gd name="connsiteY5" fmla="*/ 3136945 h 4074456"/>
                <a:gd name="connsiteX6" fmla="*/ 4009995 w 4896952"/>
                <a:gd name="connsiteY6" fmla="*/ 4074456 h 4074456"/>
                <a:gd name="connsiteX7" fmla="*/ 1093892 w 4896952"/>
                <a:gd name="connsiteY7" fmla="*/ 4070016 h 4074456"/>
                <a:gd name="connsiteX8" fmla="*/ 1093888 w 4896952"/>
                <a:gd name="connsiteY8" fmla="*/ 4068203 h 4074456"/>
                <a:gd name="connsiteX9" fmla="*/ 898176 w 4896952"/>
                <a:gd name="connsiteY9" fmla="*/ 4051243 h 4074456"/>
                <a:gd name="connsiteX10" fmla="*/ 0 w 4896952"/>
                <a:gd name="connsiteY10" fmla="*/ 2330331 h 4074456"/>
                <a:gd name="connsiteX11" fmla="*/ 55096 w 4896952"/>
                <a:gd name="connsiteY11" fmla="*/ 2217396 h 4074456"/>
                <a:gd name="connsiteX12" fmla="*/ 1218659 w 4896952"/>
                <a:gd name="connsiteY12" fmla="*/ 642365 h 4074456"/>
                <a:gd name="connsiteX13" fmla="*/ 2186928 w 4896952"/>
                <a:gd name="connsiteY13" fmla="*/ 11351 h 4074456"/>
                <a:gd name="connsiteX14" fmla="*/ 2647036 w 4896952"/>
                <a:gd name="connsiteY14" fmla="*/ 474061 h 4074456"/>
                <a:gd name="connsiteX0" fmla="*/ 2736683 w 4896952"/>
                <a:gd name="connsiteY0" fmla="*/ 618663 h 4071140"/>
                <a:gd name="connsiteX1" fmla="*/ 1167639 w 4896952"/>
                <a:gd name="connsiteY1" fmla="*/ 1726396 h 4071140"/>
                <a:gd name="connsiteX2" fmla="*/ 4803662 w 4896952"/>
                <a:gd name="connsiteY2" fmla="*/ 2327302 h 4071140"/>
                <a:gd name="connsiteX3" fmla="*/ 4896952 w 4896952"/>
                <a:gd name="connsiteY3" fmla="*/ 2326851 h 4071140"/>
                <a:gd name="connsiteX4" fmla="*/ 4497783 w 4896952"/>
                <a:gd name="connsiteY4" fmla="*/ 3131814 h 4071140"/>
                <a:gd name="connsiteX5" fmla="*/ 4495968 w 4896952"/>
                <a:gd name="connsiteY5" fmla="*/ 3133629 h 4071140"/>
                <a:gd name="connsiteX6" fmla="*/ 4009995 w 4896952"/>
                <a:gd name="connsiteY6" fmla="*/ 4071140 h 4071140"/>
                <a:gd name="connsiteX7" fmla="*/ 1093892 w 4896952"/>
                <a:gd name="connsiteY7" fmla="*/ 4066700 h 4071140"/>
                <a:gd name="connsiteX8" fmla="*/ 1093888 w 4896952"/>
                <a:gd name="connsiteY8" fmla="*/ 4064887 h 4071140"/>
                <a:gd name="connsiteX9" fmla="*/ 898176 w 4896952"/>
                <a:gd name="connsiteY9" fmla="*/ 4047927 h 4071140"/>
                <a:gd name="connsiteX10" fmla="*/ 0 w 4896952"/>
                <a:gd name="connsiteY10" fmla="*/ 2327015 h 4071140"/>
                <a:gd name="connsiteX11" fmla="*/ 55096 w 4896952"/>
                <a:gd name="connsiteY11" fmla="*/ 2214080 h 4071140"/>
                <a:gd name="connsiteX12" fmla="*/ 1218659 w 4896952"/>
                <a:gd name="connsiteY12" fmla="*/ 639049 h 4071140"/>
                <a:gd name="connsiteX13" fmla="*/ 2186928 w 4896952"/>
                <a:gd name="connsiteY13" fmla="*/ 8035 h 4071140"/>
                <a:gd name="connsiteX14" fmla="*/ 2736683 w 4896952"/>
                <a:gd name="connsiteY14" fmla="*/ 618663 h 4071140"/>
                <a:gd name="connsiteX0" fmla="*/ 2736683 w 4896952"/>
                <a:gd name="connsiteY0" fmla="*/ 618663 h 4071140"/>
                <a:gd name="connsiteX1" fmla="*/ 1167639 w 4896952"/>
                <a:gd name="connsiteY1" fmla="*/ 1726396 h 4071140"/>
                <a:gd name="connsiteX2" fmla="*/ 4803662 w 4896952"/>
                <a:gd name="connsiteY2" fmla="*/ 2327302 h 4071140"/>
                <a:gd name="connsiteX3" fmla="*/ 4896952 w 4896952"/>
                <a:gd name="connsiteY3" fmla="*/ 2326851 h 4071140"/>
                <a:gd name="connsiteX4" fmla="*/ 4497783 w 4896952"/>
                <a:gd name="connsiteY4" fmla="*/ 3131814 h 4071140"/>
                <a:gd name="connsiteX5" fmla="*/ 4495968 w 4896952"/>
                <a:gd name="connsiteY5" fmla="*/ 3133629 h 4071140"/>
                <a:gd name="connsiteX6" fmla="*/ 4009995 w 4896952"/>
                <a:gd name="connsiteY6" fmla="*/ 4071140 h 4071140"/>
                <a:gd name="connsiteX7" fmla="*/ 1093892 w 4896952"/>
                <a:gd name="connsiteY7" fmla="*/ 4066700 h 4071140"/>
                <a:gd name="connsiteX8" fmla="*/ 1093888 w 4896952"/>
                <a:gd name="connsiteY8" fmla="*/ 4064887 h 4071140"/>
                <a:gd name="connsiteX9" fmla="*/ 898176 w 4896952"/>
                <a:gd name="connsiteY9" fmla="*/ 4047927 h 4071140"/>
                <a:gd name="connsiteX10" fmla="*/ 0 w 4896952"/>
                <a:gd name="connsiteY10" fmla="*/ 2327015 h 4071140"/>
                <a:gd name="connsiteX11" fmla="*/ 55096 w 4896952"/>
                <a:gd name="connsiteY11" fmla="*/ 2214080 h 4071140"/>
                <a:gd name="connsiteX12" fmla="*/ 1218659 w 4896952"/>
                <a:gd name="connsiteY12" fmla="*/ 639049 h 4071140"/>
                <a:gd name="connsiteX13" fmla="*/ 2186928 w 4896952"/>
                <a:gd name="connsiteY13" fmla="*/ 8035 h 4071140"/>
                <a:gd name="connsiteX14" fmla="*/ 2736683 w 4896952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382308 w 5224164"/>
                <a:gd name="connsiteY11" fmla="*/ 2214080 h 4071140"/>
                <a:gd name="connsiteX12" fmla="*/ 1545871 w 5224164"/>
                <a:gd name="connsiteY12" fmla="*/ 6390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545871 w 5224164"/>
                <a:gd name="connsiteY12" fmla="*/ 6390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34150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24164" h="4071140">
                  <a:moveTo>
                    <a:pt x="3063895" y="618663"/>
                  </a:moveTo>
                  <a:cubicBezTo>
                    <a:pt x="2120583" y="215927"/>
                    <a:pt x="1150355" y="1441623"/>
                    <a:pt x="1494851" y="1726396"/>
                  </a:cubicBezTo>
                  <a:cubicBezTo>
                    <a:pt x="1839348" y="2011169"/>
                    <a:pt x="4555631" y="2309451"/>
                    <a:pt x="5130874" y="2327302"/>
                  </a:cubicBezTo>
                  <a:lnTo>
                    <a:pt x="5224164" y="2326851"/>
                  </a:lnTo>
                  <a:lnTo>
                    <a:pt x="4824995" y="3131814"/>
                  </a:lnTo>
                  <a:lnTo>
                    <a:pt x="4823180" y="3133629"/>
                  </a:lnTo>
                  <a:lnTo>
                    <a:pt x="4337207" y="4071140"/>
                  </a:lnTo>
                  <a:lnTo>
                    <a:pt x="1421104" y="4066700"/>
                  </a:lnTo>
                  <a:cubicBezTo>
                    <a:pt x="1421103" y="4066700"/>
                    <a:pt x="1421101" y="4064887"/>
                    <a:pt x="1421100" y="4064887"/>
                  </a:cubicBezTo>
                  <a:cubicBezTo>
                    <a:pt x="1355863" y="4059234"/>
                    <a:pt x="1335982" y="4060837"/>
                    <a:pt x="1225388" y="4047927"/>
                  </a:cubicBezTo>
                  <a:lnTo>
                    <a:pt x="0" y="1739827"/>
                  </a:lnTo>
                  <a:lnTo>
                    <a:pt x="283696" y="1434150"/>
                  </a:lnTo>
                  <a:cubicBezTo>
                    <a:pt x="527894" y="1212587"/>
                    <a:pt x="1093448" y="648135"/>
                    <a:pt x="1465189" y="410449"/>
                  </a:cubicBezTo>
                  <a:cubicBezTo>
                    <a:pt x="1836930" y="172763"/>
                    <a:pt x="2276077" y="36086"/>
                    <a:pt x="2514140" y="8035"/>
                  </a:cubicBezTo>
                  <a:cubicBezTo>
                    <a:pt x="3039074" y="-64839"/>
                    <a:pt x="3298024" y="375599"/>
                    <a:pt x="3063895" y="618663"/>
                  </a:cubicBezTo>
                  <a:close/>
                </a:path>
              </a:pathLst>
            </a:custGeom>
            <a:solidFill>
              <a:srgbClr val="44B2A8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FB859FB9-E897-40A0-B1AA-56B1F1392C80}"/>
                </a:ext>
              </a:extLst>
            </p:cNvPr>
            <p:cNvSpPr/>
            <p:nvPr/>
          </p:nvSpPr>
          <p:spPr>
            <a:xfrm>
              <a:off x="4368239" y="2362427"/>
              <a:ext cx="2747904" cy="2784245"/>
            </a:xfrm>
            <a:prstGeom prst="ellipse">
              <a:avLst/>
            </a:prstGeom>
            <a:solidFill>
              <a:srgbClr val="C2E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ED4F1D77-147B-4AB8-934E-AA74CD880279}"/>
                </a:ext>
              </a:extLst>
            </p:cNvPr>
            <p:cNvSpPr/>
            <p:nvPr/>
          </p:nvSpPr>
          <p:spPr>
            <a:xfrm rot="21209464">
              <a:off x="4396420" y="2359020"/>
              <a:ext cx="2676950" cy="2787412"/>
            </a:xfrm>
            <a:custGeom>
              <a:avLst/>
              <a:gdLst>
                <a:gd name="connsiteX0" fmla="*/ 2297007 w 3256231"/>
                <a:gd name="connsiteY0" fmla="*/ 0 h 3156116"/>
                <a:gd name="connsiteX1" fmla="*/ 235125 w 3256231"/>
                <a:gd name="connsiteY1" fmla="*/ 640977 h 3156116"/>
                <a:gd name="connsiteX2" fmla="*/ 114101 w 3256231"/>
                <a:gd name="connsiteY2" fmla="*/ 2084294 h 3156116"/>
                <a:gd name="connsiteX3" fmla="*/ 844725 w 3256231"/>
                <a:gd name="connsiteY3" fmla="*/ 2958353 h 3156116"/>
                <a:gd name="connsiteX4" fmla="*/ 1924972 w 3256231"/>
                <a:gd name="connsiteY4" fmla="*/ 3137647 h 3156116"/>
                <a:gd name="connsiteX5" fmla="*/ 2884195 w 3256231"/>
                <a:gd name="connsiteY5" fmla="*/ 2649071 h 3156116"/>
                <a:gd name="connsiteX6" fmla="*/ 3256231 w 3256231"/>
                <a:gd name="connsiteY6" fmla="*/ 1869141 h 3156116"/>
                <a:gd name="connsiteX0" fmla="*/ 2194950 w 3154174"/>
                <a:gd name="connsiteY0" fmla="*/ 0 h 3156116"/>
                <a:gd name="connsiteX1" fmla="*/ 433386 w 3154174"/>
                <a:gd name="connsiteY1" fmla="*/ 304801 h 3156116"/>
                <a:gd name="connsiteX2" fmla="*/ 12044 w 3154174"/>
                <a:gd name="connsiteY2" fmla="*/ 2084294 h 3156116"/>
                <a:gd name="connsiteX3" fmla="*/ 742668 w 3154174"/>
                <a:gd name="connsiteY3" fmla="*/ 2958353 h 3156116"/>
                <a:gd name="connsiteX4" fmla="*/ 1822915 w 3154174"/>
                <a:gd name="connsiteY4" fmla="*/ 3137647 h 3156116"/>
                <a:gd name="connsiteX5" fmla="*/ 2782138 w 3154174"/>
                <a:gd name="connsiteY5" fmla="*/ 2649071 h 3156116"/>
                <a:gd name="connsiteX6" fmla="*/ 3154174 w 3154174"/>
                <a:gd name="connsiteY6" fmla="*/ 1869141 h 3156116"/>
                <a:gd name="connsiteX0" fmla="*/ 2295248 w 3254472"/>
                <a:gd name="connsiteY0" fmla="*/ 127163 h 3283279"/>
                <a:gd name="connsiteX1" fmla="*/ 533684 w 3254472"/>
                <a:gd name="connsiteY1" fmla="*/ 431964 h 3283279"/>
                <a:gd name="connsiteX2" fmla="*/ 112342 w 3254472"/>
                <a:gd name="connsiteY2" fmla="*/ 2211457 h 3283279"/>
                <a:gd name="connsiteX3" fmla="*/ 842966 w 3254472"/>
                <a:gd name="connsiteY3" fmla="*/ 3085516 h 3283279"/>
                <a:gd name="connsiteX4" fmla="*/ 1923213 w 3254472"/>
                <a:gd name="connsiteY4" fmla="*/ 3264810 h 3283279"/>
                <a:gd name="connsiteX5" fmla="*/ 2882436 w 3254472"/>
                <a:gd name="connsiteY5" fmla="*/ 2776234 h 3283279"/>
                <a:gd name="connsiteX6" fmla="*/ 3254472 w 3254472"/>
                <a:gd name="connsiteY6" fmla="*/ 1996304 h 3283279"/>
                <a:gd name="connsiteX0" fmla="*/ 2295248 w 3254472"/>
                <a:gd name="connsiteY0" fmla="*/ 196132 h 3352248"/>
                <a:gd name="connsiteX1" fmla="*/ 533684 w 3254472"/>
                <a:gd name="connsiteY1" fmla="*/ 500933 h 3352248"/>
                <a:gd name="connsiteX2" fmla="*/ 112342 w 3254472"/>
                <a:gd name="connsiteY2" fmla="*/ 2280426 h 3352248"/>
                <a:gd name="connsiteX3" fmla="*/ 842966 w 3254472"/>
                <a:gd name="connsiteY3" fmla="*/ 3154485 h 3352248"/>
                <a:gd name="connsiteX4" fmla="*/ 1923213 w 3254472"/>
                <a:gd name="connsiteY4" fmla="*/ 3333779 h 3352248"/>
                <a:gd name="connsiteX5" fmla="*/ 2882436 w 3254472"/>
                <a:gd name="connsiteY5" fmla="*/ 2845203 h 3352248"/>
                <a:gd name="connsiteX6" fmla="*/ 3254472 w 3254472"/>
                <a:gd name="connsiteY6" fmla="*/ 2065273 h 3352248"/>
                <a:gd name="connsiteX0" fmla="*/ 2293664 w 3252888"/>
                <a:gd name="connsiteY0" fmla="*/ 139719 h 3295835"/>
                <a:gd name="connsiteX1" fmla="*/ 532100 w 3252888"/>
                <a:gd name="connsiteY1" fmla="*/ 444520 h 3295835"/>
                <a:gd name="connsiteX2" fmla="*/ 110758 w 3252888"/>
                <a:gd name="connsiteY2" fmla="*/ 2224013 h 3295835"/>
                <a:gd name="connsiteX3" fmla="*/ 841382 w 3252888"/>
                <a:gd name="connsiteY3" fmla="*/ 3098072 h 3295835"/>
                <a:gd name="connsiteX4" fmla="*/ 1921629 w 3252888"/>
                <a:gd name="connsiteY4" fmla="*/ 3277366 h 3295835"/>
                <a:gd name="connsiteX5" fmla="*/ 2880852 w 3252888"/>
                <a:gd name="connsiteY5" fmla="*/ 2788790 h 3295835"/>
                <a:gd name="connsiteX6" fmla="*/ 3252888 w 3252888"/>
                <a:gd name="connsiteY6" fmla="*/ 2008860 h 3295835"/>
                <a:gd name="connsiteX0" fmla="*/ 2254940 w 3214164"/>
                <a:gd name="connsiteY0" fmla="*/ 105056 h 3261172"/>
                <a:gd name="connsiteX1" fmla="*/ 493376 w 3214164"/>
                <a:gd name="connsiteY1" fmla="*/ 409857 h 3261172"/>
                <a:gd name="connsiteX2" fmla="*/ 72034 w 3214164"/>
                <a:gd name="connsiteY2" fmla="*/ 2189350 h 3261172"/>
                <a:gd name="connsiteX3" fmla="*/ 802658 w 3214164"/>
                <a:gd name="connsiteY3" fmla="*/ 3063409 h 3261172"/>
                <a:gd name="connsiteX4" fmla="*/ 1882905 w 3214164"/>
                <a:gd name="connsiteY4" fmla="*/ 3242703 h 3261172"/>
                <a:gd name="connsiteX5" fmla="*/ 2842128 w 3214164"/>
                <a:gd name="connsiteY5" fmla="*/ 2754127 h 3261172"/>
                <a:gd name="connsiteX6" fmla="*/ 3214164 w 3214164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792"/>
                <a:gd name="connsiteX1" fmla="*/ 537562 w 3258350"/>
                <a:gd name="connsiteY1" fmla="*/ 409857 h 3261792"/>
                <a:gd name="connsiteX2" fmla="*/ 116220 w 3258350"/>
                <a:gd name="connsiteY2" fmla="*/ 2189350 h 3261792"/>
                <a:gd name="connsiteX3" fmla="*/ 846844 w 3258350"/>
                <a:gd name="connsiteY3" fmla="*/ 3063409 h 3261792"/>
                <a:gd name="connsiteX4" fmla="*/ 1927091 w 3258350"/>
                <a:gd name="connsiteY4" fmla="*/ 3242703 h 3261792"/>
                <a:gd name="connsiteX5" fmla="*/ 2877349 w 3258350"/>
                <a:gd name="connsiteY5" fmla="*/ 2745163 h 3261792"/>
                <a:gd name="connsiteX6" fmla="*/ 3258350 w 3258350"/>
                <a:gd name="connsiteY6" fmla="*/ 1974197 h 326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8350" h="3261792">
                  <a:moveTo>
                    <a:pt x="2299126" y="105056"/>
                  </a:moveTo>
                  <a:cubicBezTo>
                    <a:pt x="2153823" y="32218"/>
                    <a:pt x="1224108" y="-201985"/>
                    <a:pt x="537562" y="409857"/>
                  </a:cubicBezTo>
                  <a:cubicBezTo>
                    <a:pt x="-148984" y="1021699"/>
                    <a:pt x="-38421" y="1868114"/>
                    <a:pt x="116220" y="2189350"/>
                  </a:cubicBezTo>
                  <a:cubicBezTo>
                    <a:pt x="270861" y="2510586"/>
                    <a:pt x="545032" y="2887850"/>
                    <a:pt x="846844" y="3063409"/>
                  </a:cubicBezTo>
                  <a:cubicBezTo>
                    <a:pt x="1148656" y="3238968"/>
                    <a:pt x="1588674" y="3295744"/>
                    <a:pt x="1927091" y="3242703"/>
                  </a:cubicBezTo>
                  <a:cubicBezTo>
                    <a:pt x="2265509" y="3189662"/>
                    <a:pt x="2642026" y="2961063"/>
                    <a:pt x="2877349" y="2745163"/>
                  </a:cubicBezTo>
                  <a:cubicBezTo>
                    <a:pt x="3031989" y="2569603"/>
                    <a:pt x="3183270" y="2258453"/>
                    <a:pt x="3258350" y="1974197"/>
                  </a:cubicBezTo>
                </a:path>
              </a:pathLst>
            </a:custGeom>
            <a:noFill/>
            <a:ln w="762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FF145F4A-E024-4F7D-BD2E-6A807466D41F}"/>
                </a:ext>
              </a:extLst>
            </p:cNvPr>
            <p:cNvSpPr/>
            <p:nvPr/>
          </p:nvSpPr>
          <p:spPr>
            <a:xfrm>
              <a:off x="4546183" y="2503998"/>
              <a:ext cx="2437046" cy="2438400"/>
            </a:xfrm>
            <a:prstGeom prst="ellipse">
              <a:avLst/>
            </a:prstGeom>
            <a:solidFill>
              <a:srgbClr val="B40E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F2CBDAC3-C759-441E-B98D-F5CBCC1A0B61}"/>
                </a:ext>
              </a:extLst>
            </p:cNvPr>
            <p:cNvSpPr/>
            <p:nvPr/>
          </p:nvSpPr>
          <p:spPr>
            <a:xfrm>
              <a:off x="3810261" y="4751866"/>
              <a:ext cx="4147983" cy="1440659"/>
            </a:xfrm>
            <a:custGeom>
              <a:avLst/>
              <a:gdLst>
                <a:gd name="connsiteX0" fmla="*/ 18419 w 4335771"/>
                <a:gd name="connsiteY0" fmla="*/ 588416 h 1592615"/>
                <a:gd name="connsiteX1" fmla="*/ 628019 w 4335771"/>
                <a:gd name="connsiteY1" fmla="*/ 588 h 1592615"/>
                <a:gd name="connsiteX2" fmla="*/ 1375504 w 4335771"/>
                <a:gd name="connsiteY2" fmla="*/ 682759 h 1592615"/>
                <a:gd name="connsiteX3" fmla="*/ 4169504 w 4335771"/>
                <a:gd name="connsiteY3" fmla="*/ 356188 h 1592615"/>
                <a:gd name="connsiteX4" fmla="*/ 3632476 w 4335771"/>
                <a:gd name="connsiteY4" fmla="*/ 1488302 h 1592615"/>
                <a:gd name="connsiteX5" fmla="*/ 475619 w 4335771"/>
                <a:gd name="connsiteY5" fmla="*/ 1430245 h 1592615"/>
                <a:gd name="connsiteX6" fmla="*/ 69219 w 4335771"/>
                <a:gd name="connsiteY6" fmla="*/ 501331 h 1592615"/>
                <a:gd name="connsiteX0" fmla="*/ 18419 w 4189981"/>
                <a:gd name="connsiteY0" fmla="*/ 588416 h 1592615"/>
                <a:gd name="connsiteX1" fmla="*/ 628019 w 4189981"/>
                <a:gd name="connsiteY1" fmla="*/ 588 h 1592615"/>
                <a:gd name="connsiteX2" fmla="*/ 1375504 w 4189981"/>
                <a:gd name="connsiteY2" fmla="*/ 682759 h 1592615"/>
                <a:gd name="connsiteX3" fmla="*/ 4169504 w 4189981"/>
                <a:gd name="connsiteY3" fmla="*/ 356188 h 1592615"/>
                <a:gd name="connsiteX4" fmla="*/ 3632476 w 4189981"/>
                <a:gd name="connsiteY4" fmla="*/ 1488302 h 1592615"/>
                <a:gd name="connsiteX5" fmla="*/ 475619 w 4189981"/>
                <a:gd name="connsiteY5" fmla="*/ 1430245 h 1592615"/>
                <a:gd name="connsiteX6" fmla="*/ 69219 w 4189981"/>
                <a:gd name="connsiteY6" fmla="*/ 501331 h 1592615"/>
                <a:gd name="connsiteX0" fmla="*/ 18419 w 4189981"/>
                <a:gd name="connsiteY0" fmla="*/ 588416 h 1716496"/>
                <a:gd name="connsiteX1" fmla="*/ 628019 w 4189981"/>
                <a:gd name="connsiteY1" fmla="*/ 588 h 1716496"/>
                <a:gd name="connsiteX2" fmla="*/ 1375504 w 4189981"/>
                <a:gd name="connsiteY2" fmla="*/ 682759 h 1716496"/>
                <a:gd name="connsiteX3" fmla="*/ 4169504 w 4189981"/>
                <a:gd name="connsiteY3" fmla="*/ 356188 h 1716496"/>
                <a:gd name="connsiteX4" fmla="*/ 3632476 w 4189981"/>
                <a:gd name="connsiteY4" fmla="*/ 1488302 h 1716496"/>
                <a:gd name="connsiteX5" fmla="*/ 475619 w 4189981"/>
                <a:gd name="connsiteY5" fmla="*/ 1430245 h 1716496"/>
                <a:gd name="connsiteX6" fmla="*/ 69219 w 4189981"/>
                <a:gd name="connsiteY6" fmla="*/ 501331 h 1716496"/>
                <a:gd name="connsiteX0" fmla="*/ 18419 w 4189981"/>
                <a:gd name="connsiteY0" fmla="*/ 588416 h 1539102"/>
                <a:gd name="connsiteX1" fmla="*/ 628019 w 4189981"/>
                <a:gd name="connsiteY1" fmla="*/ 588 h 1539102"/>
                <a:gd name="connsiteX2" fmla="*/ 1375504 w 4189981"/>
                <a:gd name="connsiteY2" fmla="*/ 682759 h 1539102"/>
                <a:gd name="connsiteX3" fmla="*/ 4169504 w 4189981"/>
                <a:gd name="connsiteY3" fmla="*/ 356188 h 1539102"/>
                <a:gd name="connsiteX4" fmla="*/ 3632476 w 4189981"/>
                <a:gd name="connsiteY4" fmla="*/ 1488302 h 1539102"/>
                <a:gd name="connsiteX5" fmla="*/ 475619 w 4189981"/>
                <a:gd name="connsiteY5" fmla="*/ 1430245 h 1539102"/>
                <a:gd name="connsiteX6" fmla="*/ 69219 w 4189981"/>
                <a:gd name="connsiteY6" fmla="*/ 501331 h 1539102"/>
                <a:gd name="connsiteX0" fmla="*/ 0 w 4171562"/>
                <a:gd name="connsiteY0" fmla="*/ 588416 h 1539102"/>
                <a:gd name="connsiteX1" fmla="*/ 609600 w 4171562"/>
                <a:gd name="connsiteY1" fmla="*/ 588 h 1539102"/>
                <a:gd name="connsiteX2" fmla="*/ 1357085 w 4171562"/>
                <a:gd name="connsiteY2" fmla="*/ 682759 h 1539102"/>
                <a:gd name="connsiteX3" fmla="*/ 4151085 w 4171562"/>
                <a:gd name="connsiteY3" fmla="*/ 356188 h 1539102"/>
                <a:gd name="connsiteX4" fmla="*/ 3614057 w 4171562"/>
                <a:gd name="connsiteY4" fmla="*/ 1488302 h 1539102"/>
                <a:gd name="connsiteX5" fmla="*/ 457200 w 4171562"/>
                <a:gd name="connsiteY5" fmla="*/ 1430245 h 1539102"/>
                <a:gd name="connsiteX6" fmla="*/ 50800 w 4171562"/>
                <a:gd name="connsiteY6" fmla="*/ 501331 h 1539102"/>
                <a:gd name="connsiteX0" fmla="*/ 0 w 4171562"/>
                <a:gd name="connsiteY0" fmla="*/ 588416 h 1510406"/>
                <a:gd name="connsiteX1" fmla="*/ 609600 w 4171562"/>
                <a:gd name="connsiteY1" fmla="*/ 588 h 1510406"/>
                <a:gd name="connsiteX2" fmla="*/ 1357085 w 4171562"/>
                <a:gd name="connsiteY2" fmla="*/ 682759 h 1510406"/>
                <a:gd name="connsiteX3" fmla="*/ 4151085 w 4171562"/>
                <a:gd name="connsiteY3" fmla="*/ 356188 h 1510406"/>
                <a:gd name="connsiteX4" fmla="*/ 3614057 w 4171562"/>
                <a:gd name="connsiteY4" fmla="*/ 1488302 h 1510406"/>
                <a:gd name="connsiteX5" fmla="*/ 457200 w 4171562"/>
                <a:gd name="connsiteY5" fmla="*/ 1430245 h 1510406"/>
                <a:gd name="connsiteX6" fmla="*/ 50800 w 4171562"/>
                <a:gd name="connsiteY6" fmla="*/ 501331 h 1510406"/>
                <a:gd name="connsiteX0" fmla="*/ 0 w 4243592"/>
                <a:gd name="connsiteY0" fmla="*/ 588416 h 1481993"/>
                <a:gd name="connsiteX1" fmla="*/ 609600 w 4243592"/>
                <a:gd name="connsiteY1" fmla="*/ 588 h 1481993"/>
                <a:gd name="connsiteX2" fmla="*/ 1357085 w 4243592"/>
                <a:gd name="connsiteY2" fmla="*/ 682759 h 1481993"/>
                <a:gd name="connsiteX3" fmla="*/ 4151085 w 4243592"/>
                <a:gd name="connsiteY3" fmla="*/ 356188 h 1481993"/>
                <a:gd name="connsiteX4" fmla="*/ 3603171 w 4243592"/>
                <a:gd name="connsiteY4" fmla="*/ 1444759 h 1481993"/>
                <a:gd name="connsiteX5" fmla="*/ 457200 w 4243592"/>
                <a:gd name="connsiteY5" fmla="*/ 1430245 h 1481993"/>
                <a:gd name="connsiteX6" fmla="*/ 50800 w 4243592"/>
                <a:gd name="connsiteY6" fmla="*/ 501331 h 1481993"/>
                <a:gd name="connsiteX0" fmla="*/ 0 w 4243592"/>
                <a:gd name="connsiteY0" fmla="*/ 588416 h 1466013"/>
                <a:gd name="connsiteX1" fmla="*/ 609600 w 4243592"/>
                <a:gd name="connsiteY1" fmla="*/ 588 h 1466013"/>
                <a:gd name="connsiteX2" fmla="*/ 1357085 w 4243592"/>
                <a:gd name="connsiteY2" fmla="*/ 682759 h 1466013"/>
                <a:gd name="connsiteX3" fmla="*/ 4151085 w 4243592"/>
                <a:gd name="connsiteY3" fmla="*/ 356188 h 1466013"/>
                <a:gd name="connsiteX4" fmla="*/ 3603171 w 4243592"/>
                <a:gd name="connsiteY4" fmla="*/ 1444759 h 1466013"/>
                <a:gd name="connsiteX5" fmla="*/ 457200 w 4243592"/>
                <a:gd name="connsiteY5" fmla="*/ 1430245 h 1466013"/>
                <a:gd name="connsiteX6" fmla="*/ 50800 w 4243592"/>
                <a:gd name="connsiteY6" fmla="*/ 501331 h 1466013"/>
                <a:gd name="connsiteX0" fmla="*/ 0 w 4155636"/>
                <a:gd name="connsiteY0" fmla="*/ 588416 h 1466013"/>
                <a:gd name="connsiteX1" fmla="*/ 609600 w 4155636"/>
                <a:gd name="connsiteY1" fmla="*/ 588 h 1466013"/>
                <a:gd name="connsiteX2" fmla="*/ 1357085 w 4155636"/>
                <a:gd name="connsiteY2" fmla="*/ 682759 h 1466013"/>
                <a:gd name="connsiteX3" fmla="*/ 4151085 w 4155636"/>
                <a:gd name="connsiteY3" fmla="*/ 356188 h 1466013"/>
                <a:gd name="connsiteX4" fmla="*/ 3603171 w 4155636"/>
                <a:gd name="connsiteY4" fmla="*/ 1444759 h 1466013"/>
                <a:gd name="connsiteX5" fmla="*/ 457200 w 4155636"/>
                <a:gd name="connsiteY5" fmla="*/ 1430245 h 1466013"/>
                <a:gd name="connsiteX6" fmla="*/ 50800 w 4155636"/>
                <a:gd name="connsiteY6" fmla="*/ 501331 h 1466013"/>
                <a:gd name="connsiteX0" fmla="*/ 0 w 4150202"/>
                <a:gd name="connsiteY0" fmla="*/ 588416 h 1524055"/>
                <a:gd name="connsiteX1" fmla="*/ 609600 w 4150202"/>
                <a:gd name="connsiteY1" fmla="*/ 588 h 1524055"/>
                <a:gd name="connsiteX2" fmla="*/ 1357085 w 4150202"/>
                <a:gd name="connsiteY2" fmla="*/ 682759 h 1524055"/>
                <a:gd name="connsiteX3" fmla="*/ 4145642 w 4150202"/>
                <a:gd name="connsiteY3" fmla="*/ 356188 h 1524055"/>
                <a:gd name="connsiteX4" fmla="*/ 3603171 w 4150202"/>
                <a:gd name="connsiteY4" fmla="*/ 1444759 h 1524055"/>
                <a:gd name="connsiteX5" fmla="*/ 457200 w 4150202"/>
                <a:gd name="connsiteY5" fmla="*/ 1430245 h 1524055"/>
                <a:gd name="connsiteX6" fmla="*/ 50800 w 4150202"/>
                <a:gd name="connsiteY6" fmla="*/ 501331 h 1524055"/>
                <a:gd name="connsiteX0" fmla="*/ 0 w 4149094"/>
                <a:gd name="connsiteY0" fmla="*/ 588416 h 1524055"/>
                <a:gd name="connsiteX1" fmla="*/ 609600 w 4149094"/>
                <a:gd name="connsiteY1" fmla="*/ 588 h 1524055"/>
                <a:gd name="connsiteX2" fmla="*/ 1357085 w 4149094"/>
                <a:gd name="connsiteY2" fmla="*/ 682759 h 1524055"/>
                <a:gd name="connsiteX3" fmla="*/ 4145642 w 4149094"/>
                <a:gd name="connsiteY3" fmla="*/ 356188 h 1524055"/>
                <a:gd name="connsiteX4" fmla="*/ 3603171 w 4149094"/>
                <a:gd name="connsiteY4" fmla="*/ 1444759 h 1524055"/>
                <a:gd name="connsiteX5" fmla="*/ 457200 w 4149094"/>
                <a:gd name="connsiteY5" fmla="*/ 1430245 h 1524055"/>
                <a:gd name="connsiteX6" fmla="*/ 50800 w 4149094"/>
                <a:gd name="connsiteY6" fmla="*/ 501331 h 1524055"/>
                <a:gd name="connsiteX0" fmla="*/ 0 w 4149094"/>
                <a:gd name="connsiteY0" fmla="*/ 588416 h 1577272"/>
                <a:gd name="connsiteX1" fmla="*/ 609600 w 4149094"/>
                <a:gd name="connsiteY1" fmla="*/ 588 h 1577272"/>
                <a:gd name="connsiteX2" fmla="*/ 1357085 w 4149094"/>
                <a:gd name="connsiteY2" fmla="*/ 682759 h 1577272"/>
                <a:gd name="connsiteX3" fmla="*/ 4145642 w 4149094"/>
                <a:gd name="connsiteY3" fmla="*/ 356188 h 1577272"/>
                <a:gd name="connsiteX4" fmla="*/ 3603171 w 4149094"/>
                <a:gd name="connsiteY4" fmla="*/ 1444759 h 1577272"/>
                <a:gd name="connsiteX5" fmla="*/ 457200 w 4149094"/>
                <a:gd name="connsiteY5" fmla="*/ 1430245 h 1577272"/>
                <a:gd name="connsiteX6" fmla="*/ 50800 w 4149094"/>
                <a:gd name="connsiteY6" fmla="*/ 501331 h 1577272"/>
                <a:gd name="connsiteX0" fmla="*/ 0 w 4149094"/>
                <a:gd name="connsiteY0" fmla="*/ 588416 h 1453938"/>
                <a:gd name="connsiteX1" fmla="*/ 609600 w 4149094"/>
                <a:gd name="connsiteY1" fmla="*/ 588 h 1453938"/>
                <a:gd name="connsiteX2" fmla="*/ 1357085 w 4149094"/>
                <a:gd name="connsiteY2" fmla="*/ 682759 h 1453938"/>
                <a:gd name="connsiteX3" fmla="*/ 4145642 w 4149094"/>
                <a:gd name="connsiteY3" fmla="*/ 356188 h 1453938"/>
                <a:gd name="connsiteX4" fmla="*/ 3603171 w 4149094"/>
                <a:gd name="connsiteY4" fmla="*/ 1444759 h 1453938"/>
                <a:gd name="connsiteX5" fmla="*/ 457200 w 4149094"/>
                <a:gd name="connsiteY5" fmla="*/ 1430245 h 1453938"/>
                <a:gd name="connsiteX6" fmla="*/ 50800 w 4149094"/>
                <a:gd name="connsiteY6" fmla="*/ 501331 h 1453938"/>
                <a:gd name="connsiteX0" fmla="*/ 0 w 4148756"/>
                <a:gd name="connsiteY0" fmla="*/ 588416 h 1453938"/>
                <a:gd name="connsiteX1" fmla="*/ 609600 w 4148756"/>
                <a:gd name="connsiteY1" fmla="*/ 588 h 1453938"/>
                <a:gd name="connsiteX2" fmla="*/ 1357085 w 4148756"/>
                <a:gd name="connsiteY2" fmla="*/ 682759 h 1453938"/>
                <a:gd name="connsiteX3" fmla="*/ 4145642 w 4148756"/>
                <a:gd name="connsiteY3" fmla="*/ 356188 h 1453938"/>
                <a:gd name="connsiteX4" fmla="*/ 3603171 w 4148756"/>
                <a:gd name="connsiteY4" fmla="*/ 1444759 h 1453938"/>
                <a:gd name="connsiteX5" fmla="*/ 457200 w 4148756"/>
                <a:gd name="connsiteY5" fmla="*/ 1430245 h 1453938"/>
                <a:gd name="connsiteX6" fmla="*/ 50800 w 4148756"/>
                <a:gd name="connsiteY6" fmla="*/ 501331 h 1453938"/>
                <a:gd name="connsiteX0" fmla="*/ 0 w 4147076"/>
                <a:gd name="connsiteY0" fmla="*/ 588416 h 1453938"/>
                <a:gd name="connsiteX1" fmla="*/ 609600 w 4147076"/>
                <a:gd name="connsiteY1" fmla="*/ 588 h 1453938"/>
                <a:gd name="connsiteX2" fmla="*/ 1357085 w 4147076"/>
                <a:gd name="connsiteY2" fmla="*/ 682759 h 1453938"/>
                <a:gd name="connsiteX3" fmla="*/ 4145642 w 4147076"/>
                <a:gd name="connsiteY3" fmla="*/ 356188 h 1453938"/>
                <a:gd name="connsiteX4" fmla="*/ 3603171 w 4147076"/>
                <a:gd name="connsiteY4" fmla="*/ 1444759 h 1453938"/>
                <a:gd name="connsiteX5" fmla="*/ 457200 w 4147076"/>
                <a:gd name="connsiteY5" fmla="*/ 1430245 h 1453938"/>
                <a:gd name="connsiteX6" fmla="*/ 50800 w 4147076"/>
                <a:gd name="connsiteY6" fmla="*/ 501331 h 1453938"/>
                <a:gd name="connsiteX0" fmla="*/ 0 w 4147076"/>
                <a:gd name="connsiteY0" fmla="*/ 588416 h 1453938"/>
                <a:gd name="connsiteX1" fmla="*/ 609600 w 4147076"/>
                <a:gd name="connsiteY1" fmla="*/ 588 h 1453938"/>
                <a:gd name="connsiteX2" fmla="*/ 1357085 w 4147076"/>
                <a:gd name="connsiteY2" fmla="*/ 682759 h 1453938"/>
                <a:gd name="connsiteX3" fmla="*/ 4145642 w 4147076"/>
                <a:gd name="connsiteY3" fmla="*/ 356188 h 1453938"/>
                <a:gd name="connsiteX4" fmla="*/ 3603171 w 4147076"/>
                <a:gd name="connsiteY4" fmla="*/ 1444759 h 1453938"/>
                <a:gd name="connsiteX5" fmla="*/ 457200 w 4147076"/>
                <a:gd name="connsiteY5" fmla="*/ 1430245 h 1453938"/>
                <a:gd name="connsiteX6" fmla="*/ 50800 w 4147076"/>
                <a:gd name="connsiteY6" fmla="*/ 501331 h 1453938"/>
                <a:gd name="connsiteX0" fmla="*/ 0 w 4146153"/>
                <a:gd name="connsiteY0" fmla="*/ 588416 h 1453938"/>
                <a:gd name="connsiteX1" fmla="*/ 609600 w 4146153"/>
                <a:gd name="connsiteY1" fmla="*/ 588 h 1453938"/>
                <a:gd name="connsiteX2" fmla="*/ 1357085 w 4146153"/>
                <a:gd name="connsiteY2" fmla="*/ 682759 h 1453938"/>
                <a:gd name="connsiteX3" fmla="*/ 4145642 w 4146153"/>
                <a:gd name="connsiteY3" fmla="*/ 356188 h 1453938"/>
                <a:gd name="connsiteX4" fmla="*/ 3603171 w 4146153"/>
                <a:gd name="connsiteY4" fmla="*/ 1444759 h 1453938"/>
                <a:gd name="connsiteX5" fmla="*/ 457200 w 4146153"/>
                <a:gd name="connsiteY5" fmla="*/ 1430245 h 1453938"/>
                <a:gd name="connsiteX6" fmla="*/ 50800 w 4146153"/>
                <a:gd name="connsiteY6" fmla="*/ 501331 h 1453938"/>
                <a:gd name="connsiteX0" fmla="*/ 0 w 4232889"/>
                <a:gd name="connsiteY0" fmla="*/ 588416 h 1440659"/>
                <a:gd name="connsiteX1" fmla="*/ 609600 w 4232889"/>
                <a:gd name="connsiteY1" fmla="*/ 588 h 1440659"/>
                <a:gd name="connsiteX2" fmla="*/ 1357085 w 4232889"/>
                <a:gd name="connsiteY2" fmla="*/ 682759 h 1440659"/>
                <a:gd name="connsiteX3" fmla="*/ 4145642 w 4232889"/>
                <a:gd name="connsiteY3" fmla="*/ 356188 h 1440659"/>
                <a:gd name="connsiteX4" fmla="*/ 3586843 w 4232889"/>
                <a:gd name="connsiteY4" fmla="*/ 1422988 h 1440659"/>
                <a:gd name="connsiteX5" fmla="*/ 457200 w 4232889"/>
                <a:gd name="connsiteY5" fmla="*/ 1430245 h 1440659"/>
                <a:gd name="connsiteX6" fmla="*/ 50800 w 4232889"/>
                <a:gd name="connsiteY6" fmla="*/ 501331 h 1440659"/>
                <a:gd name="connsiteX0" fmla="*/ 0 w 4151670"/>
                <a:gd name="connsiteY0" fmla="*/ 588416 h 1440659"/>
                <a:gd name="connsiteX1" fmla="*/ 609600 w 4151670"/>
                <a:gd name="connsiteY1" fmla="*/ 588 h 1440659"/>
                <a:gd name="connsiteX2" fmla="*/ 1357085 w 4151670"/>
                <a:gd name="connsiteY2" fmla="*/ 682759 h 1440659"/>
                <a:gd name="connsiteX3" fmla="*/ 4145642 w 4151670"/>
                <a:gd name="connsiteY3" fmla="*/ 356188 h 1440659"/>
                <a:gd name="connsiteX4" fmla="*/ 3586843 w 4151670"/>
                <a:gd name="connsiteY4" fmla="*/ 1422988 h 1440659"/>
                <a:gd name="connsiteX5" fmla="*/ 457200 w 4151670"/>
                <a:gd name="connsiteY5" fmla="*/ 1430245 h 1440659"/>
                <a:gd name="connsiteX6" fmla="*/ 50800 w 4151670"/>
                <a:gd name="connsiteY6" fmla="*/ 501331 h 1440659"/>
                <a:gd name="connsiteX0" fmla="*/ 0 w 4156262"/>
                <a:gd name="connsiteY0" fmla="*/ 588416 h 1440659"/>
                <a:gd name="connsiteX1" fmla="*/ 609600 w 4156262"/>
                <a:gd name="connsiteY1" fmla="*/ 588 h 1440659"/>
                <a:gd name="connsiteX2" fmla="*/ 1357085 w 4156262"/>
                <a:gd name="connsiteY2" fmla="*/ 682759 h 1440659"/>
                <a:gd name="connsiteX3" fmla="*/ 4145642 w 4156262"/>
                <a:gd name="connsiteY3" fmla="*/ 356188 h 1440659"/>
                <a:gd name="connsiteX4" fmla="*/ 3586843 w 4156262"/>
                <a:gd name="connsiteY4" fmla="*/ 1422988 h 1440659"/>
                <a:gd name="connsiteX5" fmla="*/ 457200 w 4156262"/>
                <a:gd name="connsiteY5" fmla="*/ 1430245 h 1440659"/>
                <a:gd name="connsiteX6" fmla="*/ 50800 w 4156262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50800 w 4147983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50800 w 4147983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18142 w 4147983"/>
                <a:gd name="connsiteY6" fmla="*/ 5394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18142 w 4147983"/>
                <a:gd name="connsiteY6" fmla="*/ 539431 h 144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7983" h="1440659">
                  <a:moveTo>
                    <a:pt x="0" y="588416"/>
                  </a:moveTo>
                  <a:cubicBezTo>
                    <a:pt x="191709" y="286640"/>
                    <a:pt x="383419" y="-15136"/>
                    <a:pt x="609600" y="588"/>
                  </a:cubicBezTo>
                  <a:cubicBezTo>
                    <a:pt x="835781" y="16312"/>
                    <a:pt x="767745" y="623492"/>
                    <a:pt x="1357085" y="682759"/>
                  </a:cubicBezTo>
                  <a:cubicBezTo>
                    <a:pt x="1946425" y="742026"/>
                    <a:pt x="4231217" y="194718"/>
                    <a:pt x="4145642" y="356188"/>
                  </a:cubicBezTo>
                  <a:cubicBezTo>
                    <a:pt x="4060067" y="517658"/>
                    <a:pt x="3581096" y="1401822"/>
                    <a:pt x="3586843" y="1422988"/>
                  </a:cubicBezTo>
                  <a:cubicBezTo>
                    <a:pt x="3592590" y="1444154"/>
                    <a:pt x="688218" y="1445968"/>
                    <a:pt x="457200" y="1430245"/>
                  </a:cubicBezTo>
                  <a:cubicBezTo>
                    <a:pt x="385838" y="1331064"/>
                    <a:pt x="87690" y="791012"/>
                    <a:pt x="18142" y="539431"/>
                  </a:cubicBezTo>
                </a:path>
              </a:pathLst>
            </a:custGeom>
            <a:solidFill>
              <a:srgbClr val="186676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Gewitterblitz 85">
              <a:extLst>
                <a:ext uri="{FF2B5EF4-FFF2-40B4-BE49-F238E27FC236}">
                  <a16:creationId xmlns:a16="http://schemas.microsoft.com/office/drawing/2014/main" id="{38275D69-145E-4CEA-9EDE-0DD64446FF9D}"/>
                </a:ext>
              </a:extLst>
            </p:cNvPr>
            <p:cNvSpPr/>
            <p:nvPr/>
          </p:nvSpPr>
          <p:spPr>
            <a:xfrm rot="19893577" flipH="1">
              <a:off x="4774836" y="2666360"/>
              <a:ext cx="2054764" cy="2137612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10012 w 22740"/>
                <a:gd name="connsiteY6" fmla="*/ 14915 h 21845"/>
                <a:gd name="connsiteX7" fmla="*/ 12222 w 22740"/>
                <a:gd name="connsiteY7" fmla="*/ 13987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335 w 22740"/>
                <a:gd name="connsiteY6" fmla="*/ 10635 h 21845"/>
                <a:gd name="connsiteX7" fmla="*/ 12222 w 22740"/>
                <a:gd name="connsiteY7" fmla="*/ 13987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335 w 22740"/>
                <a:gd name="connsiteY6" fmla="*/ 10635 h 21845"/>
                <a:gd name="connsiteX7" fmla="*/ 5833 w 22740"/>
                <a:gd name="connsiteY7" fmla="*/ 11120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10079 w 24347"/>
                <a:gd name="connsiteY0" fmla="*/ 0 h 21845"/>
                <a:gd name="connsiteX1" fmla="*/ 14467 w 24347"/>
                <a:gd name="connsiteY1" fmla="*/ 6080 h 21845"/>
                <a:gd name="connsiteX2" fmla="*/ 12657 w 24347"/>
                <a:gd name="connsiteY2" fmla="*/ 6797 h 21845"/>
                <a:gd name="connsiteX3" fmla="*/ 18184 w 24347"/>
                <a:gd name="connsiteY3" fmla="*/ 12007 h 21845"/>
                <a:gd name="connsiteX4" fmla="*/ 16374 w 24347"/>
                <a:gd name="connsiteY4" fmla="*/ 12877 h 21845"/>
                <a:gd name="connsiteX5" fmla="*/ 24347 w 24347"/>
                <a:gd name="connsiteY5" fmla="*/ 21845 h 21845"/>
                <a:gd name="connsiteX6" fmla="*/ 1942 w 24347"/>
                <a:gd name="connsiteY6" fmla="*/ 10635 h 21845"/>
                <a:gd name="connsiteX7" fmla="*/ 7440 w 24347"/>
                <a:gd name="connsiteY7" fmla="*/ 11120 h 21845"/>
                <a:gd name="connsiteX8" fmla="*/ 0 w 24347"/>
                <a:gd name="connsiteY8" fmla="*/ 6240 h 21845"/>
                <a:gd name="connsiteX9" fmla="*/ 9209 w 24347"/>
                <a:gd name="connsiteY9" fmla="*/ 8382 h 21845"/>
                <a:gd name="connsiteX10" fmla="*/ 1607 w 24347"/>
                <a:gd name="connsiteY10" fmla="*/ 3890 h 21845"/>
                <a:gd name="connsiteX11" fmla="*/ 10079 w 24347"/>
                <a:gd name="connsiteY11" fmla="*/ 0 h 21845"/>
                <a:gd name="connsiteX0" fmla="*/ 10079 w 24347"/>
                <a:gd name="connsiteY0" fmla="*/ 0 h 21845"/>
                <a:gd name="connsiteX1" fmla="*/ 14467 w 24347"/>
                <a:gd name="connsiteY1" fmla="*/ 6080 h 21845"/>
                <a:gd name="connsiteX2" fmla="*/ 12657 w 24347"/>
                <a:gd name="connsiteY2" fmla="*/ 6797 h 21845"/>
                <a:gd name="connsiteX3" fmla="*/ 18184 w 24347"/>
                <a:gd name="connsiteY3" fmla="*/ 12007 h 21845"/>
                <a:gd name="connsiteX4" fmla="*/ 16374 w 24347"/>
                <a:gd name="connsiteY4" fmla="*/ 12877 h 21845"/>
                <a:gd name="connsiteX5" fmla="*/ 24347 w 24347"/>
                <a:gd name="connsiteY5" fmla="*/ 21845 h 21845"/>
                <a:gd name="connsiteX6" fmla="*/ 1942 w 24347"/>
                <a:gd name="connsiteY6" fmla="*/ 10635 h 21845"/>
                <a:gd name="connsiteX7" fmla="*/ 7440 w 24347"/>
                <a:gd name="connsiteY7" fmla="*/ 11120 h 21845"/>
                <a:gd name="connsiteX8" fmla="*/ 0 w 24347"/>
                <a:gd name="connsiteY8" fmla="*/ 6240 h 21845"/>
                <a:gd name="connsiteX9" fmla="*/ 3984 w 24347"/>
                <a:gd name="connsiteY9" fmla="*/ 6243 h 21845"/>
                <a:gd name="connsiteX10" fmla="*/ 1607 w 24347"/>
                <a:gd name="connsiteY10" fmla="*/ 3890 h 21845"/>
                <a:gd name="connsiteX11" fmla="*/ 10079 w 24347"/>
                <a:gd name="connsiteY11" fmla="*/ 0 h 21845"/>
                <a:gd name="connsiteX0" fmla="*/ 17537 w 31805"/>
                <a:gd name="connsiteY0" fmla="*/ 3076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11" fmla="*/ 17537 w 31805"/>
                <a:gd name="connsiteY11" fmla="*/ 3076 h 24921"/>
                <a:gd name="connsiteX0" fmla="*/ 13078 w 31805"/>
                <a:gd name="connsiteY0" fmla="*/ 6455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11" fmla="*/ 13078 w 31805"/>
                <a:gd name="connsiteY11" fmla="*/ 6455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18938 w 31805"/>
                <a:gd name="connsiteY2" fmla="*/ 10122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2782 w 31805"/>
                <a:gd name="connsiteY4" fmla="*/ 17839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6343 w 31805"/>
                <a:gd name="connsiteY3" fmla="*/ 17734 h 24921"/>
                <a:gd name="connsiteX4" fmla="*/ 22782 w 31805"/>
                <a:gd name="connsiteY4" fmla="*/ 17839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805" h="24921">
                  <a:moveTo>
                    <a:pt x="0" y="0"/>
                  </a:moveTo>
                  <a:lnTo>
                    <a:pt x="22100" y="12528"/>
                  </a:lnTo>
                  <a:lnTo>
                    <a:pt x="17603" y="12555"/>
                  </a:lnTo>
                  <a:lnTo>
                    <a:pt x="26343" y="17734"/>
                  </a:lnTo>
                  <a:lnTo>
                    <a:pt x="22782" y="17839"/>
                  </a:lnTo>
                  <a:lnTo>
                    <a:pt x="31805" y="24921"/>
                  </a:lnTo>
                  <a:lnTo>
                    <a:pt x="9400" y="13711"/>
                  </a:lnTo>
                  <a:lnTo>
                    <a:pt x="14898" y="14196"/>
                  </a:lnTo>
                  <a:lnTo>
                    <a:pt x="7458" y="9316"/>
                  </a:lnTo>
                  <a:lnTo>
                    <a:pt x="11442" y="9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34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77C3B194-E494-47AE-9AC1-8EF3DE60BD6D}"/>
                </a:ext>
              </a:extLst>
            </p:cNvPr>
            <p:cNvSpPr/>
            <p:nvPr/>
          </p:nvSpPr>
          <p:spPr>
            <a:xfrm>
              <a:off x="3652272" y="791198"/>
              <a:ext cx="4114811" cy="1990104"/>
            </a:xfrm>
            <a:custGeom>
              <a:avLst/>
              <a:gdLst>
                <a:gd name="connsiteX0" fmla="*/ 115604 w 4184479"/>
                <a:gd name="connsiteY0" fmla="*/ 1221284 h 2093687"/>
                <a:gd name="connsiteX1" fmla="*/ 2287304 w 4184479"/>
                <a:gd name="connsiteY1" fmla="*/ 464727 h 2093687"/>
                <a:gd name="connsiteX2" fmla="*/ 3506504 w 4184479"/>
                <a:gd name="connsiteY2" fmla="*/ 1150527 h 2093687"/>
                <a:gd name="connsiteX3" fmla="*/ 3528275 w 4184479"/>
                <a:gd name="connsiteY3" fmla="*/ 2092141 h 2093687"/>
                <a:gd name="connsiteX4" fmla="*/ 4148761 w 4184479"/>
                <a:gd name="connsiteY4" fmla="*/ 916484 h 2093687"/>
                <a:gd name="connsiteX5" fmla="*/ 3729661 w 4184479"/>
                <a:gd name="connsiteY5" fmla="*/ 127270 h 2093687"/>
                <a:gd name="connsiteX6" fmla="*/ 659890 w 4184479"/>
                <a:gd name="connsiteY6" fmla="*/ 110941 h 2093687"/>
                <a:gd name="connsiteX7" fmla="*/ 115604 w 4184479"/>
                <a:gd name="connsiteY7" fmla="*/ 1221284 h 2093687"/>
                <a:gd name="connsiteX0" fmla="*/ 13463 w 4082338"/>
                <a:gd name="connsiteY0" fmla="*/ 1221284 h 2093687"/>
                <a:gd name="connsiteX1" fmla="*/ 2185163 w 4082338"/>
                <a:gd name="connsiteY1" fmla="*/ 464727 h 2093687"/>
                <a:gd name="connsiteX2" fmla="*/ 3404363 w 4082338"/>
                <a:gd name="connsiteY2" fmla="*/ 1150527 h 2093687"/>
                <a:gd name="connsiteX3" fmla="*/ 3426134 w 4082338"/>
                <a:gd name="connsiteY3" fmla="*/ 2092141 h 2093687"/>
                <a:gd name="connsiteX4" fmla="*/ 4046620 w 4082338"/>
                <a:gd name="connsiteY4" fmla="*/ 916484 h 2093687"/>
                <a:gd name="connsiteX5" fmla="*/ 3627520 w 4082338"/>
                <a:gd name="connsiteY5" fmla="*/ 127270 h 2093687"/>
                <a:gd name="connsiteX6" fmla="*/ 557749 w 4082338"/>
                <a:gd name="connsiteY6" fmla="*/ 110941 h 2093687"/>
                <a:gd name="connsiteX7" fmla="*/ 13463 w 4082338"/>
                <a:gd name="connsiteY7" fmla="*/ 1221284 h 2093687"/>
                <a:gd name="connsiteX0" fmla="*/ 13463 w 4082338"/>
                <a:gd name="connsiteY0" fmla="*/ 1341096 h 2213499"/>
                <a:gd name="connsiteX1" fmla="*/ 2185163 w 4082338"/>
                <a:gd name="connsiteY1" fmla="*/ 584539 h 2213499"/>
                <a:gd name="connsiteX2" fmla="*/ 3404363 w 4082338"/>
                <a:gd name="connsiteY2" fmla="*/ 1270339 h 2213499"/>
                <a:gd name="connsiteX3" fmla="*/ 3426134 w 4082338"/>
                <a:gd name="connsiteY3" fmla="*/ 2211953 h 2213499"/>
                <a:gd name="connsiteX4" fmla="*/ 4046620 w 4082338"/>
                <a:gd name="connsiteY4" fmla="*/ 1036296 h 2213499"/>
                <a:gd name="connsiteX5" fmla="*/ 3627520 w 4082338"/>
                <a:gd name="connsiteY5" fmla="*/ 247082 h 2213499"/>
                <a:gd name="connsiteX6" fmla="*/ 557749 w 4082338"/>
                <a:gd name="connsiteY6" fmla="*/ 230753 h 2213499"/>
                <a:gd name="connsiteX7" fmla="*/ 13463 w 4082338"/>
                <a:gd name="connsiteY7" fmla="*/ 1341096 h 2213499"/>
                <a:gd name="connsiteX0" fmla="*/ 13463 w 4082338"/>
                <a:gd name="connsiteY0" fmla="*/ 1179173 h 2051576"/>
                <a:gd name="connsiteX1" fmla="*/ 2185163 w 4082338"/>
                <a:gd name="connsiteY1" fmla="*/ 422616 h 2051576"/>
                <a:gd name="connsiteX2" fmla="*/ 3404363 w 4082338"/>
                <a:gd name="connsiteY2" fmla="*/ 1108416 h 2051576"/>
                <a:gd name="connsiteX3" fmla="*/ 3426134 w 4082338"/>
                <a:gd name="connsiteY3" fmla="*/ 2050030 h 2051576"/>
                <a:gd name="connsiteX4" fmla="*/ 4046620 w 4082338"/>
                <a:gd name="connsiteY4" fmla="*/ 874373 h 2051576"/>
                <a:gd name="connsiteX5" fmla="*/ 3627520 w 4082338"/>
                <a:gd name="connsiteY5" fmla="*/ 85159 h 2051576"/>
                <a:gd name="connsiteX6" fmla="*/ 557749 w 4082338"/>
                <a:gd name="connsiteY6" fmla="*/ 68830 h 2051576"/>
                <a:gd name="connsiteX7" fmla="*/ 13463 w 4082338"/>
                <a:gd name="connsiteY7" fmla="*/ 1179173 h 2051576"/>
                <a:gd name="connsiteX0" fmla="*/ 13463 w 4082338"/>
                <a:gd name="connsiteY0" fmla="*/ 1175489 h 2047892"/>
                <a:gd name="connsiteX1" fmla="*/ 2185163 w 4082338"/>
                <a:gd name="connsiteY1" fmla="*/ 418932 h 2047892"/>
                <a:gd name="connsiteX2" fmla="*/ 3404363 w 4082338"/>
                <a:gd name="connsiteY2" fmla="*/ 1104732 h 2047892"/>
                <a:gd name="connsiteX3" fmla="*/ 3426134 w 4082338"/>
                <a:gd name="connsiteY3" fmla="*/ 2046346 h 2047892"/>
                <a:gd name="connsiteX4" fmla="*/ 4046620 w 4082338"/>
                <a:gd name="connsiteY4" fmla="*/ 870689 h 2047892"/>
                <a:gd name="connsiteX5" fmla="*/ 3627520 w 4082338"/>
                <a:gd name="connsiteY5" fmla="*/ 81475 h 2047892"/>
                <a:gd name="connsiteX6" fmla="*/ 557749 w 4082338"/>
                <a:gd name="connsiteY6" fmla="*/ 65146 h 2047892"/>
                <a:gd name="connsiteX7" fmla="*/ 13463 w 4082338"/>
                <a:gd name="connsiteY7" fmla="*/ 1175489 h 2047892"/>
                <a:gd name="connsiteX0" fmla="*/ 13463 w 4049388"/>
                <a:gd name="connsiteY0" fmla="*/ 1175489 h 2047892"/>
                <a:gd name="connsiteX1" fmla="*/ 2185163 w 4049388"/>
                <a:gd name="connsiteY1" fmla="*/ 418932 h 2047892"/>
                <a:gd name="connsiteX2" fmla="*/ 3404363 w 4049388"/>
                <a:gd name="connsiteY2" fmla="*/ 1104732 h 2047892"/>
                <a:gd name="connsiteX3" fmla="*/ 3426134 w 4049388"/>
                <a:gd name="connsiteY3" fmla="*/ 2046346 h 2047892"/>
                <a:gd name="connsiteX4" fmla="*/ 4046620 w 4049388"/>
                <a:gd name="connsiteY4" fmla="*/ 870689 h 2047892"/>
                <a:gd name="connsiteX5" fmla="*/ 3627520 w 4049388"/>
                <a:gd name="connsiteY5" fmla="*/ 81475 h 2047892"/>
                <a:gd name="connsiteX6" fmla="*/ 557749 w 4049388"/>
                <a:gd name="connsiteY6" fmla="*/ 65146 h 2047892"/>
                <a:gd name="connsiteX7" fmla="*/ 13463 w 4049388"/>
                <a:gd name="connsiteY7" fmla="*/ 1175489 h 2047892"/>
                <a:gd name="connsiteX0" fmla="*/ 13463 w 4046760"/>
                <a:gd name="connsiteY0" fmla="*/ 1175489 h 2047892"/>
                <a:gd name="connsiteX1" fmla="*/ 2185163 w 4046760"/>
                <a:gd name="connsiteY1" fmla="*/ 418932 h 2047892"/>
                <a:gd name="connsiteX2" fmla="*/ 3404363 w 4046760"/>
                <a:gd name="connsiteY2" fmla="*/ 1104732 h 2047892"/>
                <a:gd name="connsiteX3" fmla="*/ 3426134 w 4046760"/>
                <a:gd name="connsiteY3" fmla="*/ 2046346 h 2047892"/>
                <a:gd name="connsiteX4" fmla="*/ 4046620 w 4046760"/>
                <a:gd name="connsiteY4" fmla="*/ 870689 h 2047892"/>
                <a:gd name="connsiteX5" fmla="*/ 3627520 w 4046760"/>
                <a:gd name="connsiteY5" fmla="*/ 81475 h 2047892"/>
                <a:gd name="connsiteX6" fmla="*/ 557749 w 4046760"/>
                <a:gd name="connsiteY6" fmla="*/ 65146 h 2047892"/>
                <a:gd name="connsiteX7" fmla="*/ 13463 w 4046760"/>
                <a:gd name="connsiteY7" fmla="*/ 1175489 h 2047892"/>
                <a:gd name="connsiteX0" fmla="*/ 13463 w 4046746"/>
                <a:gd name="connsiteY0" fmla="*/ 1175489 h 2046346"/>
                <a:gd name="connsiteX1" fmla="*/ 2185163 w 4046746"/>
                <a:gd name="connsiteY1" fmla="*/ 418932 h 2046346"/>
                <a:gd name="connsiteX2" fmla="*/ 3404363 w 4046746"/>
                <a:gd name="connsiteY2" fmla="*/ 1104732 h 2046346"/>
                <a:gd name="connsiteX3" fmla="*/ 3426134 w 4046746"/>
                <a:gd name="connsiteY3" fmla="*/ 2046346 h 2046346"/>
                <a:gd name="connsiteX4" fmla="*/ 4046620 w 4046746"/>
                <a:gd name="connsiteY4" fmla="*/ 870689 h 2046346"/>
                <a:gd name="connsiteX5" fmla="*/ 3627520 w 4046746"/>
                <a:gd name="connsiteY5" fmla="*/ 81475 h 2046346"/>
                <a:gd name="connsiteX6" fmla="*/ 557749 w 4046746"/>
                <a:gd name="connsiteY6" fmla="*/ 65146 h 2046346"/>
                <a:gd name="connsiteX7" fmla="*/ 13463 w 4046746"/>
                <a:gd name="connsiteY7" fmla="*/ 1175489 h 2046346"/>
                <a:gd name="connsiteX0" fmla="*/ 13034 w 4122517"/>
                <a:gd name="connsiteY0" fmla="*/ 1333390 h 2100832"/>
                <a:gd name="connsiteX1" fmla="*/ 2260934 w 4122517"/>
                <a:gd name="connsiteY1" fmla="*/ 473418 h 2100832"/>
                <a:gd name="connsiteX2" fmla="*/ 3480134 w 4122517"/>
                <a:gd name="connsiteY2" fmla="*/ 1159218 h 2100832"/>
                <a:gd name="connsiteX3" fmla="*/ 3501905 w 4122517"/>
                <a:gd name="connsiteY3" fmla="*/ 2100832 h 2100832"/>
                <a:gd name="connsiteX4" fmla="*/ 4122391 w 4122517"/>
                <a:gd name="connsiteY4" fmla="*/ 925175 h 2100832"/>
                <a:gd name="connsiteX5" fmla="*/ 3703291 w 4122517"/>
                <a:gd name="connsiteY5" fmla="*/ 135961 h 2100832"/>
                <a:gd name="connsiteX6" fmla="*/ 633520 w 4122517"/>
                <a:gd name="connsiteY6" fmla="*/ 119632 h 2100832"/>
                <a:gd name="connsiteX7" fmla="*/ 13034 w 4122517"/>
                <a:gd name="connsiteY7" fmla="*/ 1333390 h 2100832"/>
                <a:gd name="connsiteX0" fmla="*/ 5328 w 4114811"/>
                <a:gd name="connsiteY0" fmla="*/ 1333390 h 2100832"/>
                <a:gd name="connsiteX1" fmla="*/ 2253228 w 4114811"/>
                <a:gd name="connsiteY1" fmla="*/ 473418 h 2100832"/>
                <a:gd name="connsiteX2" fmla="*/ 3472428 w 4114811"/>
                <a:gd name="connsiteY2" fmla="*/ 1159218 h 2100832"/>
                <a:gd name="connsiteX3" fmla="*/ 3494199 w 4114811"/>
                <a:gd name="connsiteY3" fmla="*/ 2100832 h 2100832"/>
                <a:gd name="connsiteX4" fmla="*/ 4114685 w 4114811"/>
                <a:gd name="connsiteY4" fmla="*/ 925175 h 2100832"/>
                <a:gd name="connsiteX5" fmla="*/ 3695585 w 4114811"/>
                <a:gd name="connsiteY5" fmla="*/ 135961 h 2100832"/>
                <a:gd name="connsiteX6" fmla="*/ 625814 w 4114811"/>
                <a:gd name="connsiteY6" fmla="*/ 119632 h 2100832"/>
                <a:gd name="connsiteX7" fmla="*/ 5328 w 4114811"/>
                <a:gd name="connsiteY7" fmla="*/ 1333390 h 2100832"/>
                <a:gd name="connsiteX0" fmla="*/ 5328 w 4114811"/>
                <a:gd name="connsiteY0" fmla="*/ 1342564 h 2110006"/>
                <a:gd name="connsiteX1" fmla="*/ 2253228 w 4114811"/>
                <a:gd name="connsiteY1" fmla="*/ 482592 h 2110006"/>
                <a:gd name="connsiteX2" fmla="*/ 3472428 w 4114811"/>
                <a:gd name="connsiteY2" fmla="*/ 1168392 h 2110006"/>
                <a:gd name="connsiteX3" fmla="*/ 3494199 w 4114811"/>
                <a:gd name="connsiteY3" fmla="*/ 2110006 h 2110006"/>
                <a:gd name="connsiteX4" fmla="*/ 4114685 w 4114811"/>
                <a:gd name="connsiteY4" fmla="*/ 934349 h 2110006"/>
                <a:gd name="connsiteX5" fmla="*/ 3695585 w 4114811"/>
                <a:gd name="connsiteY5" fmla="*/ 145135 h 2110006"/>
                <a:gd name="connsiteX6" fmla="*/ 625814 w 4114811"/>
                <a:gd name="connsiteY6" fmla="*/ 128806 h 2110006"/>
                <a:gd name="connsiteX7" fmla="*/ 5328 w 4114811"/>
                <a:gd name="connsiteY7" fmla="*/ 1342564 h 2110006"/>
                <a:gd name="connsiteX0" fmla="*/ 5328 w 4114811"/>
                <a:gd name="connsiteY0" fmla="*/ 1278603 h 2046045"/>
                <a:gd name="connsiteX1" fmla="*/ 2253228 w 4114811"/>
                <a:gd name="connsiteY1" fmla="*/ 418631 h 2046045"/>
                <a:gd name="connsiteX2" fmla="*/ 3472428 w 4114811"/>
                <a:gd name="connsiteY2" fmla="*/ 1104431 h 2046045"/>
                <a:gd name="connsiteX3" fmla="*/ 3494199 w 4114811"/>
                <a:gd name="connsiteY3" fmla="*/ 2046045 h 2046045"/>
                <a:gd name="connsiteX4" fmla="*/ 4114685 w 4114811"/>
                <a:gd name="connsiteY4" fmla="*/ 870388 h 2046045"/>
                <a:gd name="connsiteX5" fmla="*/ 3695585 w 4114811"/>
                <a:gd name="connsiteY5" fmla="*/ 81174 h 2046045"/>
                <a:gd name="connsiteX6" fmla="*/ 625814 w 4114811"/>
                <a:gd name="connsiteY6" fmla="*/ 64845 h 2046045"/>
                <a:gd name="connsiteX7" fmla="*/ 5328 w 4114811"/>
                <a:gd name="connsiteY7" fmla="*/ 1278603 h 2046045"/>
                <a:gd name="connsiteX0" fmla="*/ 5328 w 4114811"/>
                <a:gd name="connsiteY0" fmla="*/ 1262570 h 2030012"/>
                <a:gd name="connsiteX1" fmla="*/ 2253228 w 4114811"/>
                <a:gd name="connsiteY1" fmla="*/ 402598 h 2030012"/>
                <a:gd name="connsiteX2" fmla="*/ 3472428 w 4114811"/>
                <a:gd name="connsiteY2" fmla="*/ 1088398 h 2030012"/>
                <a:gd name="connsiteX3" fmla="*/ 3494199 w 4114811"/>
                <a:gd name="connsiteY3" fmla="*/ 2030012 h 2030012"/>
                <a:gd name="connsiteX4" fmla="*/ 4114685 w 4114811"/>
                <a:gd name="connsiteY4" fmla="*/ 854355 h 2030012"/>
                <a:gd name="connsiteX5" fmla="*/ 3695585 w 4114811"/>
                <a:gd name="connsiteY5" fmla="*/ 65141 h 2030012"/>
                <a:gd name="connsiteX6" fmla="*/ 625814 w 4114811"/>
                <a:gd name="connsiteY6" fmla="*/ 48812 h 2030012"/>
                <a:gd name="connsiteX7" fmla="*/ 5328 w 4114811"/>
                <a:gd name="connsiteY7" fmla="*/ 1262570 h 2030012"/>
                <a:gd name="connsiteX0" fmla="*/ 5328 w 4114811"/>
                <a:gd name="connsiteY0" fmla="*/ 1222662 h 1990104"/>
                <a:gd name="connsiteX1" fmla="*/ 2253228 w 4114811"/>
                <a:gd name="connsiteY1" fmla="*/ 362690 h 1990104"/>
                <a:gd name="connsiteX2" fmla="*/ 3472428 w 4114811"/>
                <a:gd name="connsiteY2" fmla="*/ 1048490 h 1990104"/>
                <a:gd name="connsiteX3" fmla="*/ 3494199 w 4114811"/>
                <a:gd name="connsiteY3" fmla="*/ 1990104 h 1990104"/>
                <a:gd name="connsiteX4" fmla="*/ 4114685 w 4114811"/>
                <a:gd name="connsiteY4" fmla="*/ 814447 h 1990104"/>
                <a:gd name="connsiteX5" fmla="*/ 3695585 w 4114811"/>
                <a:gd name="connsiteY5" fmla="*/ 25233 h 1990104"/>
                <a:gd name="connsiteX6" fmla="*/ 625814 w 4114811"/>
                <a:gd name="connsiteY6" fmla="*/ 8904 h 1990104"/>
                <a:gd name="connsiteX7" fmla="*/ 5328 w 4114811"/>
                <a:gd name="connsiteY7" fmla="*/ 1222662 h 1990104"/>
                <a:gd name="connsiteX0" fmla="*/ 5328 w 4114811"/>
                <a:gd name="connsiteY0" fmla="*/ 1222662 h 1990104"/>
                <a:gd name="connsiteX1" fmla="*/ 2253228 w 4114811"/>
                <a:gd name="connsiteY1" fmla="*/ 362690 h 1990104"/>
                <a:gd name="connsiteX2" fmla="*/ 3472428 w 4114811"/>
                <a:gd name="connsiteY2" fmla="*/ 1048490 h 1990104"/>
                <a:gd name="connsiteX3" fmla="*/ 3494199 w 4114811"/>
                <a:gd name="connsiteY3" fmla="*/ 1990104 h 1990104"/>
                <a:gd name="connsiteX4" fmla="*/ 4114685 w 4114811"/>
                <a:gd name="connsiteY4" fmla="*/ 814447 h 1990104"/>
                <a:gd name="connsiteX5" fmla="*/ 3695585 w 4114811"/>
                <a:gd name="connsiteY5" fmla="*/ 25233 h 1990104"/>
                <a:gd name="connsiteX6" fmla="*/ 625814 w 4114811"/>
                <a:gd name="connsiteY6" fmla="*/ 8904 h 1990104"/>
                <a:gd name="connsiteX7" fmla="*/ 5328 w 4114811"/>
                <a:gd name="connsiteY7" fmla="*/ 1222662 h 199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14811" h="1990104">
                  <a:moveTo>
                    <a:pt x="5328" y="1222662"/>
                  </a:moveTo>
                  <a:cubicBezTo>
                    <a:pt x="-109878" y="1390483"/>
                    <a:pt x="1675378" y="391719"/>
                    <a:pt x="2253228" y="362690"/>
                  </a:cubicBezTo>
                  <a:cubicBezTo>
                    <a:pt x="2831078" y="333661"/>
                    <a:pt x="3265600" y="777254"/>
                    <a:pt x="3472428" y="1048490"/>
                  </a:cubicBezTo>
                  <a:cubicBezTo>
                    <a:pt x="3679256" y="1319726"/>
                    <a:pt x="3447027" y="1991011"/>
                    <a:pt x="3494199" y="1990104"/>
                  </a:cubicBezTo>
                  <a:cubicBezTo>
                    <a:pt x="3541371" y="1989197"/>
                    <a:pt x="4124664" y="1016739"/>
                    <a:pt x="4114685" y="814447"/>
                  </a:cubicBezTo>
                  <a:cubicBezTo>
                    <a:pt x="4104706" y="612155"/>
                    <a:pt x="3819863" y="72403"/>
                    <a:pt x="3695585" y="25233"/>
                  </a:cubicBezTo>
                  <a:cubicBezTo>
                    <a:pt x="3375364" y="-16495"/>
                    <a:pt x="740114" y="5276"/>
                    <a:pt x="625814" y="8904"/>
                  </a:cubicBezTo>
                  <a:cubicBezTo>
                    <a:pt x="511514" y="12532"/>
                    <a:pt x="120534" y="1054841"/>
                    <a:pt x="5328" y="1222662"/>
                  </a:cubicBezTo>
                  <a:close/>
                </a:path>
              </a:pathLst>
            </a:custGeom>
            <a:solidFill>
              <a:srgbClr val="3A988F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" name="Sechseck 65">
              <a:extLst>
                <a:ext uri="{FF2B5EF4-FFF2-40B4-BE49-F238E27FC236}">
                  <a16:creationId xmlns:a16="http://schemas.microsoft.com/office/drawing/2014/main" id="{A7FC3C44-924E-4086-B105-2146C033D0C7}"/>
                </a:ext>
              </a:extLst>
            </p:cNvPr>
            <p:cNvSpPr/>
            <p:nvPr/>
          </p:nvSpPr>
          <p:spPr>
            <a:xfrm>
              <a:off x="2906174" y="789588"/>
              <a:ext cx="5843098" cy="5397388"/>
            </a:xfrm>
            <a:prstGeom prst="hexagon">
              <a:avLst/>
            </a:prstGeom>
            <a:noFill/>
            <a:ln w="127000">
              <a:solidFill>
                <a:srgbClr val="186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3EAB5068-BAB2-4B92-B3D6-0E427B87EC5B}"/>
                </a:ext>
              </a:extLst>
            </p:cNvPr>
            <p:cNvGrpSpPr/>
            <p:nvPr/>
          </p:nvGrpSpPr>
          <p:grpSpPr>
            <a:xfrm>
              <a:off x="3152345" y="3069700"/>
              <a:ext cx="5487400" cy="835693"/>
              <a:chOff x="8607422" y="5909099"/>
              <a:chExt cx="5487400" cy="835693"/>
            </a:xfrm>
          </p:grpSpPr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78662E96-2F75-49F5-B7B2-2A0F17C71423}"/>
                  </a:ext>
                </a:extLst>
              </p:cNvPr>
              <p:cNvSpPr txBox="1"/>
              <p:nvPr/>
            </p:nvSpPr>
            <p:spPr>
              <a:xfrm>
                <a:off x="8607422" y="5913795"/>
                <a:ext cx="5487400" cy="830997"/>
              </a:xfrm>
              <a:prstGeom prst="rect">
                <a:avLst/>
              </a:prstGeom>
              <a:noFill/>
              <a:effectLst>
                <a:glow>
                  <a:schemeClr val="accent1">
                    <a:satMod val="175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stA="45000" endPos="0" dist="50800" dir="5400000" sy="-100000" algn="bl" rotWithShape="0"/>
                <a:softEdge rad="0"/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de-DE" sz="4800" b="1" dirty="0" err="1">
                    <a:ln w="101600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Flasher</a:t>
                </a:r>
                <a:r>
                  <a:rPr lang="de-DE" sz="4800" b="1" dirty="0">
                    <a:ln w="101600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      EMSRR</a:t>
                </a:r>
              </a:p>
            </p:txBody>
          </p:sp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7688931C-4E38-4181-A917-C3C011A7B82A}"/>
                  </a:ext>
                </a:extLst>
              </p:cNvPr>
              <p:cNvSpPr txBox="1"/>
              <p:nvPr/>
            </p:nvSpPr>
            <p:spPr>
              <a:xfrm>
                <a:off x="8607422" y="5909099"/>
                <a:ext cx="5487400" cy="830997"/>
              </a:xfrm>
              <a:prstGeom prst="rect">
                <a:avLst/>
              </a:prstGeom>
              <a:noFill/>
              <a:effectLst>
                <a:glow>
                  <a:schemeClr val="accent1">
                    <a:satMod val="175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stA="45000" endPos="0" dist="50800" dir="5400000" sy="-100000" algn="bl" rotWithShape="0"/>
                <a:softEdge rad="0"/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de-DE" sz="4800" b="1" dirty="0" err="1">
                    <a:ln w="50800" cmpd="sng">
                      <a:noFill/>
                      <a:prstDash val="solid"/>
                    </a:ln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Flasher</a:t>
                </a:r>
                <a:r>
                  <a:rPr lang="de-DE" sz="4800" b="1" dirty="0">
                    <a:ln w="50800" cmpd="sng">
                      <a:noFill/>
                      <a:prstDash val="solid"/>
                    </a:ln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      </a:t>
                </a:r>
                <a:r>
                  <a:rPr lang="de-DE" sz="4800" b="1" dirty="0">
                    <a:ln w="50800">
                      <a:noFill/>
                      <a:prstDash val="solid"/>
                    </a:ln>
                    <a:solidFill>
                      <a:srgbClr val="186676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EMSRR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700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AAC596E-961C-424E-9846-292DA09CD6FE}"/>
              </a:ext>
            </a:extLst>
          </p:cNvPr>
          <p:cNvGrpSpPr/>
          <p:nvPr/>
        </p:nvGrpSpPr>
        <p:grpSpPr>
          <a:xfrm>
            <a:off x="3087987" y="566733"/>
            <a:ext cx="5514468" cy="5847143"/>
            <a:chOff x="3087987" y="566733"/>
            <a:chExt cx="5514468" cy="5847143"/>
          </a:xfrm>
        </p:grpSpPr>
        <p:sp>
          <p:nvSpPr>
            <p:cNvPr id="6" name="Sechseck 5">
              <a:extLst>
                <a:ext uri="{FF2B5EF4-FFF2-40B4-BE49-F238E27FC236}">
                  <a16:creationId xmlns:a16="http://schemas.microsoft.com/office/drawing/2014/main" id="{73DFABD2-6EFA-415A-9720-AC14CE857334}"/>
                </a:ext>
              </a:extLst>
            </p:cNvPr>
            <p:cNvSpPr/>
            <p:nvPr/>
          </p:nvSpPr>
          <p:spPr>
            <a:xfrm rot="16200000">
              <a:off x="2892976" y="793633"/>
              <a:ext cx="5843098" cy="5397388"/>
            </a:xfrm>
            <a:prstGeom prst="hexagon">
              <a:avLst/>
            </a:prstGeom>
            <a:solidFill>
              <a:srgbClr val="C2ECE2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7E20E15A-0941-4D66-BAF7-06835C06670F}"/>
                </a:ext>
              </a:extLst>
            </p:cNvPr>
            <p:cNvSpPr/>
            <p:nvPr/>
          </p:nvSpPr>
          <p:spPr>
            <a:xfrm>
              <a:off x="3129983" y="1511965"/>
              <a:ext cx="5406836" cy="4887641"/>
            </a:xfrm>
            <a:custGeom>
              <a:avLst/>
              <a:gdLst>
                <a:gd name="connsiteX0" fmla="*/ 2037697 w 5245811"/>
                <a:gd name="connsiteY0" fmla="*/ 729 h 4320199"/>
                <a:gd name="connsiteX1" fmla="*/ 3850943 w 5245811"/>
                <a:gd name="connsiteY1" fmla="*/ 1837426 h 4320199"/>
                <a:gd name="connsiteX2" fmla="*/ 5093963 w 5245811"/>
                <a:gd name="connsiteY2" fmla="*/ 2164181 h 4320199"/>
                <a:gd name="connsiteX3" fmla="*/ 5245811 w 5245811"/>
                <a:gd name="connsiteY3" fmla="*/ 2190826 h 4320199"/>
                <a:gd name="connsiteX4" fmla="*/ 4936073 w 5245811"/>
                <a:gd name="connsiteY4" fmla="*/ 2794888 h 4320199"/>
                <a:gd name="connsiteX5" fmla="*/ 4936072 w 5245811"/>
                <a:gd name="connsiteY5" fmla="*/ 2794888 h 4320199"/>
                <a:gd name="connsiteX6" fmla="*/ 4153952 w 5245811"/>
                <a:gd name="connsiteY6" fmla="*/ 4320199 h 4320199"/>
                <a:gd name="connsiteX7" fmla="*/ 985890 w 5245811"/>
                <a:gd name="connsiteY7" fmla="*/ 4311498 h 4320199"/>
                <a:gd name="connsiteX8" fmla="*/ 262898 w 5245811"/>
                <a:gd name="connsiteY8" fmla="*/ 2878279 h 4320199"/>
                <a:gd name="connsiteX9" fmla="*/ 262899 w 5245811"/>
                <a:gd name="connsiteY9" fmla="*/ 2878279 h 4320199"/>
                <a:gd name="connsiteX10" fmla="*/ 0 w 5245811"/>
                <a:gd name="connsiteY10" fmla="*/ 2357121 h 4320199"/>
                <a:gd name="connsiteX11" fmla="*/ 230425 w 5245811"/>
                <a:gd name="connsiteY11" fmla="*/ 1984380 h 4320199"/>
                <a:gd name="connsiteX12" fmla="*/ 1906336 w 5245811"/>
                <a:gd name="connsiteY12" fmla="*/ 13040 h 4320199"/>
                <a:gd name="connsiteX13" fmla="*/ 2037697 w 5245811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936072 w 5187300"/>
                <a:gd name="connsiteY5" fmla="*/ 279488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895251 w 5187300"/>
                <a:gd name="connsiteY4" fmla="*/ 2797609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11498"/>
                <a:gd name="connsiteX1" fmla="*/ 3850943 w 5187300"/>
                <a:gd name="connsiteY1" fmla="*/ 1837426 h 4311498"/>
                <a:gd name="connsiteX2" fmla="*/ 5093963 w 5187300"/>
                <a:gd name="connsiteY2" fmla="*/ 2164181 h 4311498"/>
                <a:gd name="connsiteX3" fmla="*/ 5187300 w 5187300"/>
                <a:gd name="connsiteY3" fmla="*/ 2177219 h 4311498"/>
                <a:gd name="connsiteX4" fmla="*/ 4895251 w 5187300"/>
                <a:gd name="connsiteY4" fmla="*/ 2797609 h 4311498"/>
                <a:gd name="connsiteX5" fmla="*/ 4895250 w 5187300"/>
                <a:gd name="connsiteY5" fmla="*/ 2793528 h 4311498"/>
                <a:gd name="connsiteX6" fmla="*/ 4132180 w 5187300"/>
                <a:gd name="connsiteY6" fmla="*/ 4291171 h 4311498"/>
                <a:gd name="connsiteX7" fmla="*/ 985890 w 5187300"/>
                <a:gd name="connsiteY7" fmla="*/ 4311498 h 4311498"/>
                <a:gd name="connsiteX8" fmla="*/ 262898 w 5187300"/>
                <a:gd name="connsiteY8" fmla="*/ 2878279 h 4311498"/>
                <a:gd name="connsiteX9" fmla="*/ 262899 w 5187300"/>
                <a:gd name="connsiteY9" fmla="*/ 2878279 h 4311498"/>
                <a:gd name="connsiteX10" fmla="*/ 0 w 5187300"/>
                <a:gd name="connsiteY10" fmla="*/ 2357121 h 4311498"/>
                <a:gd name="connsiteX11" fmla="*/ 230425 w 5187300"/>
                <a:gd name="connsiteY11" fmla="*/ 1984380 h 4311498"/>
                <a:gd name="connsiteX12" fmla="*/ 1906336 w 5187300"/>
                <a:gd name="connsiteY12" fmla="*/ 13040 h 4311498"/>
                <a:gd name="connsiteX13" fmla="*/ 2037697 w 5187300"/>
                <a:gd name="connsiteY13" fmla="*/ 729 h 4311498"/>
                <a:gd name="connsiteX0" fmla="*/ 2037697 w 5187300"/>
                <a:gd name="connsiteY0" fmla="*/ 729 h 4291171"/>
                <a:gd name="connsiteX1" fmla="*/ 3850943 w 5187300"/>
                <a:gd name="connsiteY1" fmla="*/ 1837426 h 4291171"/>
                <a:gd name="connsiteX2" fmla="*/ 5093963 w 5187300"/>
                <a:gd name="connsiteY2" fmla="*/ 2164181 h 4291171"/>
                <a:gd name="connsiteX3" fmla="*/ 5187300 w 5187300"/>
                <a:gd name="connsiteY3" fmla="*/ 2177219 h 4291171"/>
                <a:gd name="connsiteX4" fmla="*/ 4895251 w 5187300"/>
                <a:gd name="connsiteY4" fmla="*/ 2797609 h 4291171"/>
                <a:gd name="connsiteX5" fmla="*/ 4895250 w 5187300"/>
                <a:gd name="connsiteY5" fmla="*/ 2793528 h 4291171"/>
                <a:gd name="connsiteX6" fmla="*/ 4132180 w 5187300"/>
                <a:gd name="connsiteY6" fmla="*/ 4291171 h 4291171"/>
                <a:gd name="connsiteX7" fmla="*/ 1018547 w 5187300"/>
                <a:gd name="connsiteY7" fmla="*/ 4267955 h 4291171"/>
                <a:gd name="connsiteX8" fmla="*/ 262898 w 5187300"/>
                <a:gd name="connsiteY8" fmla="*/ 2878279 h 4291171"/>
                <a:gd name="connsiteX9" fmla="*/ 262899 w 5187300"/>
                <a:gd name="connsiteY9" fmla="*/ 2878279 h 4291171"/>
                <a:gd name="connsiteX10" fmla="*/ 0 w 5187300"/>
                <a:gd name="connsiteY10" fmla="*/ 2357121 h 4291171"/>
                <a:gd name="connsiteX11" fmla="*/ 230425 w 5187300"/>
                <a:gd name="connsiteY11" fmla="*/ 1984380 h 4291171"/>
                <a:gd name="connsiteX12" fmla="*/ 1906336 w 5187300"/>
                <a:gd name="connsiteY12" fmla="*/ 13040 h 4291171"/>
                <a:gd name="connsiteX13" fmla="*/ 2037697 w 5187300"/>
                <a:gd name="connsiteY13" fmla="*/ 729 h 4291171"/>
                <a:gd name="connsiteX0" fmla="*/ 2055627 w 5187300"/>
                <a:gd name="connsiteY0" fmla="*/ 314 h 4299721"/>
                <a:gd name="connsiteX1" fmla="*/ 3850943 w 5187300"/>
                <a:gd name="connsiteY1" fmla="*/ 1845976 h 4299721"/>
                <a:gd name="connsiteX2" fmla="*/ 5093963 w 5187300"/>
                <a:gd name="connsiteY2" fmla="*/ 2172731 h 4299721"/>
                <a:gd name="connsiteX3" fmla="*/ 5187300 w 5187300"/>
                <a:gd name="connsiteY3" fmla="*/ 2185769 h 4299721"/>
                <a:gd name="connsiteX4" fmla="*/ 4895251 w 5187300"/>
                <a:gd name="connsiteY4" fmla="*/ 2806159 h 4299721"/>
                <a:gd name="connsiteX5" fmla="*/ 4895250 w 5187300"/>
                <a:gd name="connsiteY5" fmla="*/ 2802078 h 4299721"/>
                <a:gd name="connsiteX6" fmla="*/ 4132180 w 5187300"/>
                <a:gd name="connsiteY6" fmla="*/ 4299721 h 4299721"/>
                <a:gd name="connsiteX7" fmla="*/ 1018547 w 5187300"/>
                <a:gd name="connsiteY7" fmla="*/ 4276505 h 4299721"/>
                <a:gd name="connsiteX8" fmla="*/ 262898 w 5187300"/>
                <a:gd name="connsiteY8" fmla="*/ 2886829 h 4299721"/>
                <a:gd name="connsiteX9" fmla="*/ 262899 w 5187300"/>
                <a:gd name="connsiteY9" fmla="*/ 2886829 h 4299721"/>
                <a:gd name="connsiteX10" fmla="*/ 0 w 5187300"/>
                <a:gd name="connsiteY10" fmla="*/ 2365671 h 4299721"/>
                <a:gd name="connsiteX11" fmla="*/ 230425 w 5187300"/>
                <a:gd name="connsiteY11" fmla="*/ 1992930 h 4299721"/>
                <a:gd name="connsiteX12" fmla="*/ 1906336 w 5187300"/>
                <a:gd name="connsiteY12" fmla="*/ 21590 h 4299721"/>
                <a:gd name="connsiteX13" fmla="*/ 2055627 w 5187300"/>
                <a:gd name="connsiteY13" fmla="*/ 314 h 4299721"/>
                <a:gd name="connsiteX0" fmla="*/ 2055627 w 5187300"/>
                <a:gd name="connsiteY0" fmla="*/ 314 h 4299721"/>
                <a:gd name="connsiteX1" fmla="*/ 2017661 w 5187300"/>
                <a:gd name="connsiteY1" fmla="*/ 1657717 h 4299721"/>
                <a:gd name="connsiteX2" fmla="*/ 5093963 w 5187300"/>
                <a:gd name="connsiteY2" fmla="*/ 2172731 h 4299721"/>
                <a:gd name="connsiteX3" fmla="*/ 5187300 w 5187300"/>
                <a:gd name="connsiteY3" fmla="*/ 2185769 h 4299721"/>
                <a:gd name="connsiteX4" fmla="*/ 4895251 w 5187300"/>
                <a:gd name="connsiteY4" fmla="*/ 2806159 h 4299721"/>
                <a:gd name="connsiteX5" fmla="*/ 4895250 w 5187300"/>
                <a:gd name="connsiteY5" fmla="*/ 2802078 h 4299721"/>
                <a:gd name="connsiteX6" fmla="*/ 4132180 w 5187300"/>
                <a:gd name="connsiteY6" fmla="*/ 4299721 h 4299721"/>
                <a:gd name="connsiteX7" fmla="*/ 1018547 w 5187300"/>
                <a:gd name="connsiteY7" fmla="*/ 4276505 h 4299721"/>
                <a:gd name="connsiteX8" fmla="*/ 262898 w 5187300"/>
                <a:gd name="connsiteY8" fmla="*/ 2886829 h 4299721"/>
                <a:gd name="connsiteX9" fmla="*/ 262899 w 5187300"/>
                <a:gd name="connsiteY9" fmla="*/ 2886829 h 4299721"/>
                <a:gd name="connsiteX10" fmla="*/ 0 w 5187300"/>
                <a:gd name="connsiteY10" fmla="*/ 2365671 h 4299721"/>
                <a:gd name="connsiteX11" fmla="*/ 230425 w 5187300"/>
                <a:gd name="connsiteY11" fmla="*/ 1992930 h 4299721"/>
                <a:gd name="connsiteX12" fmla="*/ 1906336 w 5187300"/>
                <a:gd name="connsiteY12" fmla="*/ 21590 h 4299721"/>
                <a:gd name="connsiteX13" fmla="*/ 2055627 w 5187300"/>
                <a:gd name="connsiteY13" fmla="*/ 314 h 4299721"/>
                <a:gd name="connsiteX0" fmla="*/ 2763839 w 5187300"/>
                <a:gd name="connsiteY0" fmla="*/ 35 h 4415983"/>
                <a:gd name="connsiteX1" fmla="*/ 2017661 w 5187300"/>
                <a:gd name="connsiteY1" fmla="*/ 1773979 h 4415983"/>
                <a:gd name="connsiteX2" fmla="*/ 5093963 w 5187300"/>
                <a:gd name="connsiteY2" fmla="*/ 2288993 h 4415983"/>
                <a:gd name="connsiteX3" fmla="*/ 5187300 w 5187300"/>
                <a:gd name="connsiteY3" fmla="*/ 2302031 h 4415983"/>
                <a:gd name="connsiteX4" fmla="*/ 4895251 w 5187300"/>
                <a:gd name="connsiteY4" fmla="*/ 2922421 h 4415983"/>
                <a:gd name="connsiteX5" fmla="*/ 4895250 w 5187300"/>
                <a:gd name="connsiteY5" fmla="*/ 2918340 h 4415983"/>
                <a:gd name="connsiteX6" fmla="*/ 4132180 w 5187300"/>
                <a:gd name="connsiteY6" fmla="*/ 4415983 h 4415983"/>
                <a:gd name="connsiteX7" fmla="*/ 1018547 w 5187300"/>
                <a:gd name="connsiteY7" fmla="*/ 4392767 h 4415983"/>
                <a:gd name="connsiteX8" fmla="*/ 262898 w 5187300"/>
                <a:gd name="connsiteY8" fmla="*/ 3003091 h 4415983"/>
                <a:gd name="connsiteX9" fmla="*/ 262899 w 5187300"/>
                <a:gd name="connsiteY9" fmla="*/ 3003091 h 4415983"/>
                <a:gd name="connsiteX10" fmla="*/ 0 w 5187300"/>
                <a:gd name="connsiteY10" fmla="*/ 2481933 h 4415983"/>
                <a:gd name="connsiteX11" fmla="*/ 230425 w 5187300"/>
                <a:gd name="connsiteY11" fmla="*/ 2109192 h 4415983"/>
                <a:gd name="connsiteX12" fmla="*/ 1906336 w 5187300"/>
                <a:gd name="connsiteY12" fmla="*/ 137852 h 4415983"/>
                <a:gd name="connsiteX13" fmla="*/ 2763839 w 5187300"/>
                <a:gd name="connsiteY13" fmla="*/ 35 h 4415983"/>
                <a:gd name="connsiteX0" fmla="*/ 2763839 w 5187300"/>
                <a:gd name="connsiteY0" fmla="*/ 21629 h 4437577"/>
                <a:gd name="connsiteX1" fmla="*/ 2017661 w 5187300"/>
                <a:gd name="connsiteY1" fmla="*/ 1795573 h 4437577"/>
                <a:gd name="connsiteX2" fmla="*/ 5093963 w 5187300"/>
                <a:gd name="connsiteY2" fmla="*/ 2310587 h 4437577"/>
                <a:gd name="connsiteX3" fmla="*/ 5187300 w 5187300"/>
                <a:gd name="connsiteY3" fmla="*/ 2323625 h 4437577"/>
                <a:gd name="connsiteX4" fmla="*/ 4895251 w 5187300"/>
                <a:gd name="connsiteY4" fmla="*/ 2944015 h 4437577"/>
                <a:gd name="connsiteX5" fmla="*/ 4895250 w 5187300"/>
                <a:gd name="connsiteY5" fmla="*/ 2939934 h 4437577"/>
                <a:gd name="connsiteX6" fmla="*/ 4132180 w 5187300"/>
                <a:gd name="connsiteY6" fmla="*/ 4437577 h 4437577"/>
                <a:gd name="connsiteX7" fmla="*/ 1018547 w 5187300"/>
                <a:gd name="connsiteY7" fmla="*/ 4414361 h 4437577"/>
                <a:gd name="connsiteX8" fmla="*/ 262898 w 5187300"/>
                <a:gd name="connsiteY8" fmla="*/ 3024685 h 4437577"/>
                <a:gd name="connsiteX9" fmla="*/ 262899 w 5187300"/>
                <a:gd name="connsiteY9" fmla="*/ 3024685 h 4437577"/>
                <a:gd name="connsiteX10" fmla="*/ 0 w 5187300"/>
                <a:gd name="connsiteY10" fmla="*/ 2503527 h 4437577"/>
                <a:gd name="connsiteX11" fmla="*/ 230425 w 5187300"/>
                <a:gd name="connsiteY11" fmla="*/ 2130786 h 4437577"/>
                <a:gd name="connsiteX12" fmla="*/ 2224583 w 5187300"/>
                <a:gd name="connsiteY12" fmla="*/ 2564 h 4437577"/>
                <a:gd name="connsiteX13" fmla="*/ 2763839 w 5187300"/>
                <a:gd name="connsiteY13" fmla="*/ 21629 h 4437577"/>
                <a:gd name="connsiteX0" fmla="*/ 2763839 w 5187300"/>
                <a:gd name="connsiteY0" fmla="*/ 75624 h 4491572"/>
                <a:gd name="connsiteX1" fmla="*/ 2017661 w 5187300"/>
                <a:gd name="connsiteY1" fmla="*/ 1849568 h 4491572"/>
                <a:gd name="connsiteX2" fmla="*/ 5093963 w 5187300"/>
                <a:gd name="connsiteY2" fmla="*/ 2364582 h 4491572"/>
                <a:gd name="connsiteX3" fmla="*/ 5187300 w 5187300"/>
                <a:gd name="connsiteY3" fmla="*/ 2377620 h 4491572"/>
                <a:gd name="connsiteX4" fmla="*/ 4895251 w 5187300"/>
                <a:gd name="connsiteY4" fmla="*/ 2998010 h 4491572"/>
                <a:gd name="connsiteX5" fmla="*/ 4895250 w 5187300"/>
                <a:gd name="connsiteY5" fmla="*/ 2993929 h 4491572"/>
                <a:gd name="connsiteX6" fmla="*/ 4132180 w 5187300"/>
                <a:gd name="connsiteY6" fmla="*/ 4491572 h 4491572"/>
                <a:gd name="connsiteX7" fmla="*/ 1018547 w 5187300"/>
                <a:gd name="connsiteY7" fmla="*/ 4468356 h 4491572"/>
                <a:gd name="connsiteX8" fmla="*/ 262898 w 5187300"/>
                <a:gd name="connsiteY8" fmla="*/ 3078680 h 4491572"/>
                <a:gd name="connsiteX9" fmla="*/ 262899 w 5187300"/>
                <a:gd name="connsiteY9" fmla="*/ 3078680 h 4491572"/>
                <a:gd name="connsiteX10" fmla="*/ 0 w 5187300"/>
                <a:gd name="connsiteY10" fmla="*/ 2557522 h 4491572"/>
                <a:gd name="connsiteX11" fmla="*/ 230425 w 5187300"/>
                <a:gd name="connsiteY11" fmla="*/ 2184781 h 4491572"/>
                <a:gd name="connsiteX12" fmla="*/ 2224583 w 5187300"/>
                <a:gd name="connsiteY12" fmla="*/ 56559 h 4491572"/>
                <a:gd name="connsiteX13" fmla="*/ 2763839 w 5187300"/>
                <a:gd name="connsiteY13" fmla="*/ 75624 h 4491572"/>
                <a:gd name="connsiteX0" fmla="*/ 2768321 w 5187300"/>
                <a:gd name="connsiteY0" fmla="*/ 235374 h 4467546"/>
                <a:gd name="connsiteX1" fmla="*/ 2017661 w 5187300"/>
                <a:gd name="connsiteY1" fmla="*/ 1825542 h 4467546"/>
                <a:gd name="connsiteX2" fmla="*/ 5093963 w 5187300"/>
                <a:gd name="connsiteY2" fmla="*/ 2340556 h 4467546"/>
                <a:gd name="connsiteX3" fmla="*/ 5187300 w 5187300"/>
                <a:gd name="connsiteY3" fmla="*/ 2353594 h 4467546"/>
                <a:gd name="connsiteX4" fmla="*/ 4895251 w 5187300"/>
                <a:gd name="connsiteY4" fmla="*/ 2973984 h 4467546"/>
                <a:gd name="connsiteX5" fmla="*/ 4895250 w 5187300"/>
                <a:gd name="connsiteY5" fmla="*/ 2969903 h 4467546"/>
                <a:gd name="connsiteX6" fmla="*/ 4132180 w 5187300"/>
                <a:gd name="connsiteY6" fmla="*/ 4467546 h 4467546"/>
                <a:gd name="connsiteX7" fmla="*/ 1018547 w 5187300"/>
                <a:gd name="connsiteY7" fmla="*/ 4444330 h 4467546"/>
                <a:gd name="connsiteX8" fmla="*/ 262898 w 5187300"/>
                <a:gd name="connsiteY8" fmla="*/ 3054654 h 4467546"/>
                <a:gd name="connsiteX9" fmla="*/ 262899 w 5187300"/>
                <a:gd name="connsiteY9" fmla="*/ 3054654 h 4467546"/>
                <a:gd name="connsiteX10" fmla="*/ 0 w 5187300"/>
                <a:gd name="connsiteY10" fmla="*/ 2533496 h 4467546"/>
                <a:gd name="connsiteX11" fmla="*/ 230425 w 5187300"/>
                <a:gd name="connsiteY11" fmla="*/ 2160755 h 4467546"/>
                <a:gd name="connsiteX12" fmla="*/ 2224583 w 5187300"/>
                <a:gd name="connsiteY12" fmla="*/ 32533 h 4467546"/>
                <a:gd name="connsiteX13" fmla="*/ 2768321 w 5187300"/>
                <a:gd name="connsiteY13" fmla="*/ 235374 h 4467546"/>
                <a:gd name="connsiteX0" fmla="*/ 2768321 w 5187300"/>
                <a:gd name="connsiteY0" fmla="*/ 235374 h 4467546"/>
                <a:gd name="connsiteX1" fmla="*/ 2017661 w 5187300"/>
                <a:gd name="connsiteY1" fmla="*/ 1825542 h 4467546"/>
                <a:gd name="connsiteX2" fmla="*/ 5093963 w 5187300"/>
                <a:gd name="connsiteY2" fmla="*/ 2340556 h 4467546"/>
                <a:gd name="connsiteX3" fmla="*/ 5187300 w 5187300"/>
                <a:gd name="connsiteY3" fmla="*/ 2353594 h 4467546"/>
                <a:gd name="connsiteX4" fmla="*/ 4895251 w 5187300"/>
                <a:gd name="connsiteY4" fmla="*/ 2973984 h 4467546"/>
                <a:gd name="connsiteX5" fmla="*/ 4895250 w 5187300"/>
                <a:gd name="connsiteY5" fmla="*/ 2969903 h 4467546"/>
                <a:gd name="connsiteX6" fmla="*/ 4132180 w 5187300"/>
                <a:gd name="connsiteY6" fmla="*/ 4467546 h 4467546"/>
                <a:gd name="connsiteX7" fmla="*/ 1018547 w 5187300"/>
                <a:gd name="connsiteY7" fmla="*/ 4444330 h 4467546"/>
                <a:gd name="connsiteX8" fmla="*/ 262898 w 5187300"/>
                <a:gd name="connsiteY8" fmla="*/ 3054654 h 4467546"/>
                <a:gd name="connsiteX9" fmla="*/ 262899 w 5187300"/>
                <a:gd name="connsiteY9" fmla="*/ 3054654 h 4467546"/>
                <a:gd name="connsiteX10" fmla="*/ 0 w 5187300"/>
                <a:gd name="connsiteY10" fmla="*/ 2533496 h 4467546"/>
                <a:gd name="connsiteX11" fmla="*/ 230425 w 5187300"/>
                <a:gd name="connsiteY11" fmla="*/ 2160755 h 4467546"/>
                <a:gd name="connsiteX12" fmla="*/ 2224583 w 5187300"/>
                <a:gd name="connsiteY12" fmla="*/ 32533 h 4467546"/>
                <a:gd name="connsiteX13" fmla="*/ 2768321 w 5187300"/>
                <a:gd name="connsiteY13" fmla="*/ 235374 h 4467546"/>
                <a:gd name="connsiteX0" fmla="*/ 3301721 w 5187300"/>
                <a:gd name="connsiteY0" fmla="*/ 618650 h 4451892"/>
                <a:gd name="connsiteX1" fmla="*/ 2017661 w 5187300"/>
                <a:gd name="connsiteY1" fmla="*/ 1809888 h 4451892"/>
                <a:gd name="connsiteX2" fmla="*/ 5093963 w 5187300"/>
                <a:gd name="connsiteY2" fmla="*/ 2324902 h 4451892"/>
                <a:gd name="connsiteX3" fmla="*/ 5187300 w 5187300"/>
                <a:gd name="connsiteY3" fmla="*/ 2337940 h 4451892"/>
                <a:gd name="connsiteX4" fmla="*/ 4895251 w 5187300"/>
                <a:gd name="connsiteY4" fmla="*/ 2958330 h 4451892"/>
                <a:gd name="connsiteX5" fmla="*/ 4895250 w 5187300"/>
                <a:gd name="connsiteY5" fmla="*/ 2954249 h 4451892"/>
                <a:gd name="connsiteX6" fmla="*/ 4132180 w 5187300"/>
                <a:gd name="connsiteY6" fmla="*/ 4451892 h 4451892"/>
                <a:gd name="connsiteX7" fmla="*/ 1018547 w 5187300"/>
                <a:gd name="connsiteY7" fmla="*/ 4428676 h 4451892"/>
                <a:gd name="connsiteX8" fmla="*/ 262898 w 5187300"/>
                <a:gd name="connsiteY8" fmla="*/ 3039000 h 4451892"/>
                <a:gd name="connsiteX9" fmla="*/ 262899 w 5187300"/>
                <a:gd name="connsiteY9" fmla="*/ 3039000 h 4451892"/>
                <a:gd name="connsiteX10" fmla="*/ 0 w 5187300"/>
                <a:gd name="connsiteY10" fmla="*/ 2517842 h 4451892"/>
                <a:gd name="connsiteX11" fmla="*/ 230425 w 5187300"/>
                <a:gd name="connsiteY11" fmla="*/ 2145101 h 4451892"/>
                <a:gd name="connsiteX12" fmla="*/ 2224583 w 5187300"/>
                <a:gd name="connsiteY12" fmla="*/ 16879 h 4451892"/>
                <a:gd name="connsiteX13" fmla="*/ 3301721 w 5187300"/>
                <a:gd name="connsiteY13" fmla="*/ 618650 h 4451892"/>
                <a:gd name="connsiteX0" fmla="*/ 3301721 w 5187300"/>
                <a:gd name="connsiteY0" fmla="*/ 618650 h 4451892"/>
                <a:gd name="connsiteX1" fmla="*/ 2017661 w 5187300"/>
                <a:gd name="connsiteY1" fmla="*/ 1809888 h 4451892"/>
                <a:gd name="connsiteX2" fmla="*/ 5093963 w 5187300"/>
                <a:gd name="connsiteY2" fmla="*/ 2324902 h 4451892"/>
                <a:gd name="connsiteX3" fmla="*/ 5187300 w 5187300"/>
                <a:gd name="connsiteY3" fmla="*/ 2337940 h 4451892"/>
                <a:gd name="connsiteX4" fmla="*/ 4895251 w 5187300"/>
                <a:gd name="connsiteY4" fmla="*/ 2958330 h 4451892"/>
                <a:gd name="connsiteX5" fmla="*/ 4895250 w 5187300"/>
                <a:gd name="connsiteY5" fmla="*/ 2954249 h 4451892"/>
                <a:gd name="connsiteX6" fmla="*/ 4132180 w 5187300"/>
                <a:gd name="connsiteY6" fmla="*/ 4451892 h 4451892"/>
                <a:gd name="connsiteX7" fmla="*/ 1018547 w 5187300"/>
                <a:gd name="connsiteY7" fmla="*/ 4428676 h 4451892"/>
                <a:gd name="connsiteX8" fmla="*/ 262898 w 5187300"/>
                <a:gd name="connsiteY8" fmla="*/ 3039000 h 4451892"/>
                <a:gd name="connsiteX9" fmla="*/ 262899 w 5187300"/>
                <a:gd name="connsiteY9" fmla="*/ 3039000 h 4451892"/>
                <a:gd name="connsiteX10" fmla="*/ 0 w 5187300"/>
                <a:gd name="connsiteY10" fmla="*/ 2517842 h 4451892"/>
                <a:gd name="connsiteX11" fmla="*/ 230425 w 5187300"/>
                <a:gd name="connsiteY11" fmla="*/ 2145101 h 4451892"/>
                <a:gd name="connsiteX12" fmla="*/ 2224583 w 5187300"/>
                <a:gd name="connsiteY12" fmla="*/ 16879 h 4451892"/>
                <a:gd name="connsiteX13" fmla="*/ 3301721 w 5187300"/>
                <a:gd name="connsiteY13" fmla="*/ 618650 h 4451892"/>
                <a:gd name="connsiteX0" fmla="*/ 3270344 w 5187300"/>
                <a:gd name="connsiteY0" fmla="*/ 817050 h 4448586"/>
                <a:gd name="connsiteX1" fmla="*/ 2017661 w 5187300"/>
                <a:gd name="connsiteY1" fmla="*/ 1806582 h 4448586"/>
                <a:gd name="connsiteX2" fmla="*/ 5093963 w 5187300"/>
                <a:gd name="connsiteY2" fmla="*/ 2321596 h 4448586"/>
                <a:gd name="connsiteX3" fmla="*/ 5187300 w 5187300"/>
                <a:gd name="connsiteY3" fmla="*/ 2334634 h 4448586"/>
                <a:gd name="connsiteX4" fmla="*/ 4895251 w 5187300"/>
                <a:gd name="connsiteY4" fmla="*/ 2955024 h 4448586"/>
                <a:gd name="connsiteX5" fmla="*/ 4895250 w 5187300"/>
                <a:gd name="connsiteY5" fmla="*/ 2950943 h 4448586"/>
                <a:gd name="connsiteX6" fmla="*/ 4132180 w 5187300"/>
                <a:gd name="connsiteY6" fmla="*/ 4448586 h 4448586"/>
                <a:gd name="connsiteX7" fmla="*/ 1018547 w 5187300"/>
                <a:gd name="connsiteY7" fmla="*/ 4425370 h 4448586"/>
                <a:gd name="connsiteX8" fmla="*/ 262898 w 5187300"/>
                <a:gd name="connsiteY8" fmla="*/ 3035694 h 4448586"/>
                <a:gd name="connsiteX9" fmla="*/ 262899 w 5187300"/>
                <a:gd name="connsiteY9" fmla="*/ 3035694 h 4448586"/>
                <a:gd name="connsiteX10" fmla="*/ 0 w 5187300"/>
                <a:gd name="connsiteY10" fmla="*/ 2514536 h 4448586"/>
                <a:gd name="connsiteX11" fmla="*/ 230425 w 5187300"/>
                <a:gd name="connsiteY11" fmla="*/ 2141795 h 4448586"/>
                <a:gd name="connsiteX12" fmla="*/ 2224583 w 5187300"/>
                <a:gd name="connsiteY12" fmla="*/ 13573 h 4448586"/>
                <a:gd name="connsiteX13" fmla="*/ 3270344 w 5187300"/>
                <a:gd name="connsiteY13" fmla="*/ 817050 h 4448586"/>
                <a:gd name="connsiteX0" fmla="*/ 3270344 w 5187300"/>
                <a:gd name="connsiteY0" fmla="*/ 985451 h 4616987"/>
                <a:gd name="connsiteX1" fmla="*/ 2017661 w 5187300"/>
                <a:gd name="connsiteY1" fmla="*/ 1974983 h 4616987"/>
                <a:gd name="connsiteX2" fmla="*/ 5093963 w 5187300"/>
                <a:gd name="connsiteY2" fmla="*/ 2489997 h 4616987"/>
                <a:gd name="connsiteX3" fmla="*/ 5187300 w 5187300"/>
                <a:gd name="connsiteY3" fmla="*/ 2503035 h 4616987"/>
                <a:gd name="connsiteX4" fmla="*/ 4895251 w 5187300"/>
                <a:gd name="connsiteY4" fmla="*/ 3123425 h 4616987"/>
                <a:gd name="connsiteX5" fmla="*/ 4895250 w 5187300"/>
                <a:gd name="connsiteY5" fmla="*/ 3119344 h 4616987"/>
                <a:gd name="connsiteX6" fmla="*/ 4132180 w 5187300"/>
                <a:gd name="connsiteY6" fmla="*/ 4616987 h 4616987"/>
                <a:gd name="connsiteX7" fmla="*/ 1018547 w 5187300"/>
                <a:gd name="connsiteY7" fmla="*/ 4593771 h 4616987"/>
                <a:gd name="connsiteX8" fmla="*/ 262898 w 5187300"/>
                <a:gd name="connsiteY8" fmla="*/ 3204095 h 4616987"/>
                <a:gd name="connsiteX9" fmla="*/ 262899 w 5187300"/>
                <a:gd name="connsiteY9" fmla="*/ 3204095 h 4616987"/>
                <a:gd name="connsiteX10" fmla="*/ 0 w 5187300"/>
                <a:gd name="connsiteY10" fmla="*/ 2682937 h 4616987"/>
                <a:gd name="connsiteX11" fmla="*/ 230425 w 5187300"/>
                <a:gd name="connsiteY11" fmla="*/ 2310196 h 4616987"/>
                <a:gd name="connsiteX12" fmla="*/ 2538348 w 5187300"/>
                <a:gd name="connsiteY12" fmla="*/ 11645 h 4616987"/>
                <a:gd name="connsiteX13" fmla="*/ 3270344 w 5187300"/>
                <a:gd name="connsiteY13" fmla="*/ 985451 h 4616987"/>
                <a:gd name="connsiteX0" fmla="*/ 3301721 w 5187300"/>
                <a:gd name="connsiteY0" fmla="*/ 1007651 h 4616775"/>
                <a:gd name="connsiteX1" fmla="*/ 2017661 w 5187300"/>
                <a:gd name="connsiteY1" fmla="*/ 1974771 h 4616775"/>
                <a:gd name="connsiteX2" fmla="*/ 5093963 w 5187300"/>
                <a:gd name="connsiteY2" fmla="*/ 2489785 h 4616775"/>
                <a:gd name="connsiteX3" fmla="*/ 5187300 w 5187300"/>
                <a:gd name="connsiteY3" fmla="*/ 2502823 h 4616775"/>
                <a:gd name="connsiteX4" fmla="*/ 4895251 w 5187300"/>
                <a:gd name="connsiteY4" fmla="*/ 3123213 h 4616775"/>
                <a:gd name="connsiteX5" fmla="*/ 4895250 w 5187300"/>
                <a:gd name="connsiteY5" fmla="*/ 3119132 h 4616775"/>
                <a:gd name="connsiteX6" fmla="*/ 4132180 w 5187300"/>
                <a:gd name="connsiteY6" fmla="*/ 4616775 h 4616775"/>
                <a:gd name="connsiteX7" fmla="*/ 1018547 w 5187300"/>
                <a:gd name="connsiteY7" fmla="*/ 4593559 h 4616775"/>
                <a:gd name="connsiteX8" fmla="*/ 262898 w 5187300"/>
                <a:gd name="connsiteY8" fmla="*/ 3203883 h 4616775"/>
                <a:gd name="connsiteX9" fmla="*/ 262899 w 5187300"/>
                <a:gd name="connsiteY9" fmla="*/ 3203883 h 4616775"/>
                <a:gd name="connsiteX10" fmla="*/ 0 w 5187300"/>
                <a:gd name="connsiteY10" fmla="*/ 2682725 h 4616775"/>
                <a:gd name="connsiteX11" fmla="*/ 230425 w 5187300"/>
                <a:gd name="connsiteY11" fmla="*/ 2309984 h 4616775"/>
                <a:gd name="connsiteX12" fmla="*/ 2538348 w 5187300"/>
                <a:gd name="connsiteY12" fmla="*/ 11433 h 4616775"/>
                <a:gd name="connsiteX13" fmla="*/ 3301721 w 5187300"/>
                <a:gd name="connsiteY13" fmla="*/ 1007651 h 4616775"/>
                <a:gd name="connsiteX0" fmla="*/ 3301721 w 5187300"/>
                <a:gd name="connsiteY0" fmla="*/ 1007651 h 4616775"/>
                <a:gd name="connsiteX1" fmla="*/ 2017661 w 5187300"/>
                <a:gd name="connsiteY1" fmla="*/ 1974771 h 4616775"/>
                <a:gd name="connsiteX2" fmla="*/ 5093963 w 5187300"/>
                <a:gd name="connsiteY2" fmla="*/ 2489785 h 4616775"/>
                <a:gd name="connsiteX3" fmla="*/ 5187300 w 5187300"/>
                <a:gd name="connsiteY3" fmla="*/ 2502823 h 4616775"/>
                <a:gd name="connsiteX4" fmla="*/ 4895251 w 5187300"/>
                <a:gd name="connsiteY4" fmla="*/ 3123213 h 4616775"/>
                <a:gd name="connsiteX5" fmla="*/ 4895250 w 5187300"/>
                <a:gd name="connsiteY5" fmla="*/ 3119132 h 4616775"/>
                <a:gd name="connsiteX6" fmla="*/ 4132180 w 5187300"/>
                <a:gd name="connsiteY6" fmla="*/ 4616775 h 4616775"/>
                <a:gd name="connsiteX7" fmla="*/ 1018547 w 5187300"/>
                <a:gd name="connsiteY7" fmla="*/ 4593559 h 4616775"/>
                <a:gd name="connsiteX8" fmla="*/ 262898 w 5187300"/>
                <a:gd name="connsiteY8" fmla="*/ 3203883 h 4616775"/>
                <a:gd name="connsiteX9" fmla="*/ 262899 w 5187300"/>
                <a:gd name="connsiteY9" fmla="*/ 3203883 h 4616775"/>
                <a:gd name="connsiteX10" fmla="*/ 0 w 5187300"/>
                <a:gd name="connsiteY10" fmla="*/ 2682725 h 4616775"/>
                <a:gd name="connsiteX11" fmla="*/ 230425 w 5187300"/>
                <a:gd name="connsiteY11" fmla="*/ 2309984 h 4616775"/>
                <a:gd name="connsiteX12" fmla="*/ 2538348 w 5187300"/>
                <a:gd name="connsiteY12" fmla="*/ 11433 h 4616775"/>
                <a:gd name="connsiteX13" fmla="*/ 3301721 w 5187300"/>
                <a:gd name="connsiteY13" fmla="*/ 1007651 h 4616775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01721 w 5187300"/>
                <a:gd name="connsiteY0" fmla="*/ 1016560 h 4625684"/>
                <a:gd name="connsiteX1" fmla="*/ 2017661 w 5187300"/>
                <a:gd name="connsiteY1" fmla="*/ 1983680 h 4625684"/>
                <a:gd name="connsiteX2" fmla="*/ 5093963 w 5187300"/>
                <a:gd name="connsiteY2" fmla="*/ 2498694 h 4625684"/>
                <a:gd name="connsiteX3" fmla="*/ 5187300 w 5187300"/>
                <a:gd name="connsiteY3" fmla="*/ 2511732 h 4625684"/>
                <a:gd name="connsiteX4" fmla="*/ 4895251 w 5187300"/>
                <a:gd name="connsiteY4" fmla="*/ 3132122 h 4625684"/>
                <a:gd name="connsiteX5" fmla="*/ 4895250 w 5187300"/>
                <a:gd name="connsiteY5" fmla="*/ 3128041 h 4625684"/>
                <a:gd name="connsiteX6" fmla="*/ 4132180 w 5187300"/>
                <a:gd name="connsiteY6" fmla="*/ 4625684 h 4625684"/>
                <a:gd name="connsiteX7" fmla="*/ 1018547 w 5187300"/>
                <a:gd name="connsiteY7" fmla="*/ 4602468 h 4625684"/>
                <a:gd name="connsiteX8" fmla="*/ 262898 w 5187300"/>
                <a:gd name="connsiteY8" fmla="*/ 3212792 h 4625684"/>
                <a:gd name="connsiteX9" fmla="*/ 262899 w 5187300"/>
                <a:gd name="connsiteY9" fmla="*/ 3212792 h 4625684"/>
                <a:gd name="connsiteX10" fmla="*/ 0 w 5187300"/>
                <a:gd name="connsiteY10" fmla="*/ 2691634 h 4625684"/>
                <a:gd name="connsiteX11" fmla="*/ 230425 w 5187300"/>
                <a:gd name="connsiteY11" fmla="*/ 2318893 h 4625684"/>
                <a:gd name="connsiteX12" fmla="*/ 2538348 w 5187300"/>
                <a:gd name="connsiteY12" fmla="*/ 20342 h 4625684"/>
                <a:gd name="connsiteX13" fmla="*/ 3301721 w 5187300"/>
                <a:gd name="connsiteY13" fmla="*/ 1016560 h 4625684"/>
                <a:gd name="connsiteX0" fmla="*/ 3313343 w 5198922"/>
                <a:gd name="connsiteY0" fmla="*/ 1016560 h 4625684"/>
                <a:gd name="connsiteX1" fmla="*/ 2029283 w 5198922"/>
                <a:gd name="connsiteY1" fmla="*/ 1983680 h 4625684"/>
                <a:gd name="connsiteX2" fmla="*/ 5105585 w 5198922"/>
                <a:gd name="connsiteY2" fmla="*/ 2498694 h 4625684"/>
                <a:gd name="connsiteX3" fmla="*/ 5198922 w 5198922"/>
                <a:gd name="connsiteY3" fmla="*/ 2511732 h 4625684"/>
                <a:gd name="connsiteX4" fmla="*/ 4906873 w 5198922"/>
                <a:gd name="connsiteY4" fmla="*/ 3132122 h 4625684"/>
                <a:gd name="connsiteX5" fmla="*/ 4906872 w 5198922"/>
                <a:gd name="connsiteY5" fmla="*/ 3128041 h 4625684"/>
                <a:gd name="connsiteX6" fmla="*/ 4143802 w 5198922"/>
                <a:gd name="connsiteY6" fmla="*/ 4625684 h 4625684"/>
                <a:gd name="connsiteX7" fmla="*/ 1030169 w 5198922"/>
                <a:gd name="connsiteY7" fmla="*/ 4602468 h 4625684"/>
                <a:gd name="connsiteX8" fmla="*/ 274520 w 5198922"/>
                <a:gd name="connsiteY8" fmla="*/ 3212792 h 4625684"/>
                <a:gd name="connsiteX9" fmla="*/ 274521 w 5198922"/>
                <a:gd name="connsiteY9" fmla="*/ 3212792 h 4625684"/>
                <a:gd name="connsiteX10" fmla="*/ 11622 w 5198922"/>
                <a:gd name="connsiteY10" fmla="*/ 2691634 h 4625684"/>
                <a:gd name="connsiteX11" fmla="*/ 0 w 5198922"/>
                <a:gd name="connsiteY11" fmla="*/ 1462763 h 4625684"/>
                <a:gd name="connsiteX12" fmla="*/ 2549970 w 5198922"/>
                <a:gd name="connsiteY12" fmla="*/ 20342 h 4625684"/>
                <a:gd name="connsiteX13" fmla="*/ 3313343 w 5198922"/>
                <a:gd name="connsiteY13" fmla="*/ 1016560 h 4625684"/>
                <a:gd name="connsiteX0" fmla="*/ 3331272 w 5216851"/>
                <a:gd name="connsiteY0" fmla="*/ 1016560 h 4625684"/>
                <a:gd name="connsiteX1" fmla="*/ 2047212 w 5216851"/>
                <a:gd name="connsiteY1" fmla="*/ 1983680 h 4625684"/>
                <a:gd name="connsiteX2" fmla="*/ 5123514 w 5216851"/>
                <a:gd name="connsiteY2" fmla="*/ 2498694 h 4625684"/>
                <a:gd name="connsiteX3" fmla="*/ 5216851 w 5216851"/>
                <a:gd name="connsiteY3" fmla="*/ 2511732 h 4625684"/>
                <a:gd name="connsiteX4" fmla="*/ 4924802 w 5216851"/>
                <a:gd name="connsiteY4" fmla="*/ 3132122 h 4625684"/>
                <a:gd name="connsiteX5" fmla="*/ 4924801 w 5216851"/>
                <a:gd name="connsiteY5" fmla="*/ 3128041 h 4625684"/>
                <a:gd name="connsiteX6" fmla="*/ 4161731 w 5216851"/>
                <a:gd name="connsiteY6" fmla="*/ 4625684 h 4625684"/>
                <a:gd name="connsiteX7" fmla="*/ 1048098 w 5216851"/>
                <a:gd name="connsiteY7" fmla="*/ 4602468 h 4625684"/>
                <a:gd name="connsiteX8" fmla="*/ 292449 w 5216851"/>
                <a:gd name="connsiteY8" fmla="*/ 3212792 h 4625684"/>
                <a:gd name="connsiteX9" fmla="*/ 292450 w 5216851"/>
                <a:gd name="connsiteY9" fmla="*/ 3212792 h 4625684"/>
                <a:gd name="connsiteX10" fmla="*/ 29551 w 5216851"/>
                <a:gd name="connsiteY10" fmla="*/ 2691634 h 4625684"/>
                <a:gd name="connsiteX11" fmla="*/ 0 w 5216851"/>
                <a:gd name="connsiteY11" fmla="*/ 1422421 h 4625684"/>
                <a:gd name="connsiteX12" fmla="*/ 2567899 w 5216851"/>
                <a:gd name="connsiteY12" fmla="*/ 20342 h 4625684"/>
                <a:gd name="connsiteX13" fmla="*/ 3331272 w 5216851"/>
                <a:gd name="connsiteY13" fmla="*/ 1016560 h 4625684"/>
                <a:gd name="connsiteX0" fmla="*/ 3655827 w 5541406"/>
                <a:gd name="connsiteY0" fmla="*/ 1016560 h 4625684"/>
                <a:gd name="connsiteX1" fmla="*/ 2371767 w 5541406"/>
                <a:gd name="connsiteY1" fmla="*/ 1983680 h 4625684"/>
                <a:gd name="connsiteX2" fmla="*/ 5448069 w 5541406"/>
                <a:gd name="connsiteY2" fmla="*/ 2498694 h 4625684"/>
                <a:gd name="connsiteX3" fmla="*/ 5541406 w 5541406"/>
                <a:gd name="connsiteY3" fmla="*/ 2511732 h 4625684"/>
                <a:gd name="connsiteX4" fmla="*/ 5249357 w 5541406"/>
                <a:gd name="connsiteY4" fmla="*/ 3132122 h 4625684"/>
                <a:gd name="connsiteX5" fmla="*/ 5249356 w 5541406"/>
                <a:gd name="connsiteY5" fmla="*/ 3128041 h 4625684"/>
                <a:gd name="connsiteX6" fmla="*/ 4486286 w 5541406"/>
                <a:gd name="connsiteY6" fmla="*/ 4625684 h 4625684"/>
                <a:gd name="connsiteX7" fmla="*/ 1372653 w 5541406"/>
                <a:gd name="connsiteY7" fmla="*/ 4602468 h 4625684"/>
                <a:gd name="connsiteX8" fmla="*/ 617004 w 5541406"/>
                <a:gd name="connsiteY8" fmla="*/ 3212792 h 4625684"/>
                <a:gd name="connsiteX9" fmla="*/ 617005 w 5541406"/>
                <a:gd name="connsiteY9" fmla="*/ 3212792 h 4625684"/>
                <a:gd name="connsiteX10" fmla="*/ 0 w 5541406"/>
                <a:gd name="connsiteY10" fmla="*/ 1961011 h 4625684"/>
                <a:gd name="connsiteX11" fmla="*/ 324555 w 5541406"/>
                <a:gd name="connsiteY11" fmla="*/ 1422421 h 4625684"/>
                <a:gd name="connsiteX12" fmla="*/ 2892454 w 5541406"/>
                <a:gd name="connsiteY12" fmla="*/ 20342 h 4625684"/>
                <a:gd name="connsiteX13" fmla="*/ 3655827 w 5541406"/>
                <a:gd name="connsiteY13" fmla="*/ 1016560 h 4625684"/>
                <a:gd name="connsiteX0" fmla="*/ 3642380 w 5541406"/>
                <a:gd name="connsiteY0" fmla="*/ 1191729 h 4621559"/>
                <a:gd name="connsiteX1" fmla="*/ 2371767 w 5541406"/>
                <a:gd name="connsiteY1" fmla="*/ 1979555 h 4621559"/>
                <a:gd name="connsiteX2" fmla="*/ 5448069 w 5541406"/>
                <a:gd name="connsiteY2" fmla="*/ 2494569 h 4621559"/>
                <a:gd name="connsiteX3" fmla="*/ 5541406 w 5541406"/>
                <a:gd name="connsiteY3" fmla="*/ 2507607 h 4621559"/>
                <a:gd name="connsiteX4" fmla="*/ 5249357 w 5541406"/>
                <a:gd name="connsiteY4" fmla="*/ 3127997 h 4621559"/>
                <a:gd name="connsiteX5" fmla="*/ 5249356 w 5541406"/>
                <a:gd name="connsiteY5" fmla="*/ 3123916 h 4621559"/>
                <a:gd name="connsiteX6" fmla="*/ 4486286 w 5541406"/>
                <a:gd name="connsiteY6" fmla="*/ 4621559 h 4621559"/>
                <a:gd name="connsiteX7" fmla="*/ 1372653 w 5541406"/>
                <a:gd name="connsiteY7" fmla="*/ 4598343 h 4621559"/>
                <a:gd name="connsiteX8" fmla="*/ 617004 w 5541406"/>
                <a:gd name="connsiteY8" fmla="*/ 3208667 h 4621559"/>
                <a:gd name="connsiteX9" fmla="*/ 617005 w 5541406"/>
                <a:gd name="connsiteY9" fmla="*/ 3208667 h 4621559"/>
                <a:gd name="connsiteX10" fmla="*/ 0 w 5541406"/>
                <a:gd name="connsiteY10" fmla="*/ 1956886 h 4621559"/>
                <a:gd name="connsiteX11" fmla="*/ 324555 w 5541406"/>
                <a:gd name="connsiteY11" fmla="*/ 1418296 h 4621559"/>
                <a:gd name="connsiteX12" fmla="*/ 2892454 w 5541406"/>
                <a:gd name="connsiteY12" fmla="*/ 16217 h 4621559"/>
                <a:gd name="connsiteX13" fmla="*/ 3642380 w 5541406"/>
                <a:gd name="connsiteY13" fmla="*/ 1191729 h 4621559"/>
                <a:gd name="connsiteX0" fmla="*/ 3727545 w 5541406"/>
                <a:gd name="connsiteY0" fmla="*/ 645310 h 4648881"/>
                <a:gd name="connsiteX1" fmla="*/ 2371767 w 5541406"/>
                <a:gd name="connsiteY1" fmla="*/ 2006877 h 4648881"/>
                <a:gd name="connsiteX2" fmla="*/ 5448069 w 5541406"/>
                <a:gd name="connsiteY2" fmla="*/ 2521891 h 4648881"/>
                <a:gd name="connsiteX3" fmla="*/ 5541406 w 5541406"/>
                <a:gd name="connsiteY3" fmla="*/ 2534929 h 4648881"/>
                <a:gd name="connsiteX4" fmla="*/ 5249357 w 5541406"/>
                <a:gd name="connsiteY4" fmla="*/ 3155319 h 4648881"/>
                <a:gd name="connsiteX5" fmla="*/ 5249356 w 5541406"/>
                <a:gd name="connsiteY5" fmla="*/ 3151238 h 4648881"/>
                <a:gd name="connsiteX6" fmla="*/ 4486286 w 5541406"/>
                <a:gd name="connsiteY6" fmla="*/ 4648881 h 4648881"/>
                <a:gd name="connsiteX7" fmla="*/ 1372653 w 5541406"/>
                <a:gd name="connsiteY7" fmla="*/ 4625665 h 4648881"/>
                <a:gd name="connsiteX8" fmla="*/ 617004 w 5541406"/>
                <a:gd name="connsiteY8" fmla="*/ 3235989 h 4648881"/>
                <a:gd name="connsiteX9" fmla="*/ 617005 w 5541406"/>
                <a:gd name="connsiteY9" fmla="*/ 3235989 h 4648881"/>
                <a:gd name="connsiteX10" fmla="*/ 0 w 5541406"/>
                <a:gd name="connsiteY10" fmla="*/ 1984208 h 4648881"/>
                <a:gd name="connsiteX11" fmla="*/ 324555 w 5541406"/>
                <a:gd name="connsiteY11" fmla="*/ 1445618 h 4648881"/>
                <a:gd name="connsiteX12" fmla="*/ 2892454 w 5541406"/>
                <a:gd name="connsiteY12" fmla="*/ 43539 h 4648881"/>
                <a:gd name="connsiteX13" fmla="*/ 3727545 w 5541406"/>
                <a:gd name="connsiteY13" fmla="*/ 645310 h 4648881"/>
                <a:gd name="connsiteX0" fmla="*/ 3727545 w 5648086"/>
                <a:gd name="connsiteY0" fmla="*/ 645310 h 4648881"/>
                <a:gd name="connsiteX1" fmla="*/ 2371767 w 5648086"/>
                <a:gd name="connsiteY1" fmla="*/ 2006877 h 4648881"/>
                <a:gd name="connsiteX2" fmla="*/ 5448069 w 5648086"/>
                <a:gd name="connsiteY2" fmla="*/ 2521891 h 4648881"/>
                <a:gd name="connsiteX3" fmla="*/ 5648086 w 5648086"/>
                <a:gd name="connsiteY3" fmla="*/ 2534929 h 4648881"/>
                <a:gd name="connsiteX4" fmla="*/ 5249357 w 5648086"/>
                <a:gd name="connsiteY4" fmla="*/ 3155319 h 4648881"/>
                <a:gd name="connsiteX5" fmla="*/ 5249356 w 5648086"/>
                <a:gd name="connsiteY5" fmla="*/ 3151238 h 4648881"/>
                <a:gd name="connsiteX6" fmla="*/ 4486286 w 5648086"/>
                <a:gd name="connsiteY6" fmla="*/ 4648881 h 4648881"/>
                <a:gd name="connsiteX7" fmla="*/ 1372653 w 5648086"/>
                <a:gd name="connsiteY7" fmla="*/ 4625665 h 4648881"/>
                <a:gd name="connsiteX8" fmla="*/ 617004 w 5648086"/>
                <a:gd name="connsiteY8" fmla="*/ 3235989 h 4648881"/>
                <a:gd name="connsiteX9" fmla="*/ 617005 w 5648086"/>
                <a:gd name="connsiteY9" fmla="*/ 3235989 h 4648881"/>
                <a:gd name="connsiteX10" fmla="*/ 0 w 5648086"/>
                <a:gd name="connsiteY10" fmla="*/ 1984208 h 4648881"/>
                <a:gd name="connsiteX11" fmla="*/ 324555 w 5648086"/>
                <a:gd name="connsiteY11" fmla="*/ 1445618 h 4648881"/>
                <a:gd name="connsiteX12" fmla="*/ 2892454 w 5648086"/>
                <a:gd name="connsiteY12" fmla="*/ 43539 h 4648881"/>
                <a:gd name="connsiteX13" fmla="*/ 3727545 w 5648086"/>
                <a:gd name="connsiteY13" fmla="*/ 645310 h 4648881"/>
                <a:gd name="connsiteX0" fmla="*/ 3727545 w 5648086"/>
                <a:gd name="connsiteY0" fmla="*/ 645310 h 4648881"/>
                <a:gd name="connsiteX1" fmla="*/ 2371767 w 5648086"/>
                <a:gd name="connsiteY1" fmla="*/ 2006877 h 4648881"/>
                <a:gd name="connsiteX2" fmla="*/ 5448069 w 5648086"/>
                <a:gd name="connsiteY2" fmla="*/ 2521891 h 4648881"/>
                <a:gd name="connsiteX3" fmla="*/ 5648086 w 5648086"/>
                <a:gd name="connsiteY3" fmla="*/ 2534929 h 4648881"/>
                <a:gd name="connsiteX4" fmla="*/ 5249357 w 5648086"/>
                <a:gd name="connsiteY4" fmla="*/ 3155319 h 4648881"/>
                <a:gd name="connsiteX5" fmla="*/ 5635436 w 5648086"/>
                <a:gd name="connsiteY5" fmla="*/ 3527158 h 4648881"/>
                <a:gd name="connsiteX6" fmla="*/ 4486286 w 5648086"/>
                <a:gd name="connsiteY6" fmla="*/ 4648881 h 4648881"/>
                <a:gd name="connsiteX7" fmla="*/ 1372653 w 5648086"/>
                <a:gd name="connsiteY7" fmla="*/ 4625665 h 4648881"/>
                <a:gd name="connsiteX8" fmla="*/ 617004 w 5648086"/>
                <a:gd name="connsiteY8" fmla="*/ 3235989 h 4648881"/>
                <a:gd name="connsiteX9" fmla="*/ 617005 w 5648086"/>
                <a:gd name="connsiteY9" fmla="*/ 3235989 h 4648881"/>
                <a:gd name="connsiteX10" fmla="*/ 0 w 5648086"/>
                <a:gd name="connsiteY10" fmla="*/ 1984208 h 4648881"/>
                <a:gd name="connsiteX11" fmla="*/ 324555 w 5648086"/>
                <a:gd name="connsiteY11" fmla="*/ 1445618 h 4648881"/>
                <a:gd name="connsiteX12" fmla="*/ 2892454 w 5648086"/>
                <a:gd name="connsiteY12" fmla="*/ 43539 h 4648881"/>
                <a:gd name="connsiteX13" fmla="*/ 3727545 w 5648086"/>
                <a:gd name="connsiteY13" fmla="*/ 645310 h 4648881"/>
                <a:gd name="connsiteX0" fmla="*/ 3727545 w 5732769"/>
                <a:gd name="connsiteY0" fmla="*/ 645310 h 4648881"/>
                <a:gd name="connsiteX1" fmla="*/ 2371767 w 5732769"/>
                <a:gd name="connsiteY1" fmla="*/ 2006877 h 4648881"/>
                <a:gd name="connsiteX2" fmla="*/ 5448069 w 5732769"/>
                <a:gd name="connsiteY2" fmla="*/ 2521891 h 4648881"/>
                <a:gd name="connsiteX3" fmla="*/ 5648086 w 5732769"/>
                <a:gd name="connsiteY3" fmla="*/ 2534929 h 4648881"/>
                <a:gd name="connsiteX4" fmla="*/ 5635436 w 5732769"/>
                <a:gd name="connsiteY4" fmla="*/ 3527158 h 4648881"/>
                <a:gd name="connsiteX5" fmla="*/ 4486286 w 5732769"/>
                <a:gd name="connsiteY5" fmla="*/ 4648881 h 4648881"/>
                <a:gd name="connsiteX6" fmla="*/ 1372653 w 5732769"/>
                <a:gd name="connsiteY6" fmla="*/ 4625665 h 4648881"/>
                <a:gd name="connsiteX7" fmla="*/ 617004 w 5732769"/>
                <a:gd name="connsiteY7" fmla="*/ 3235989 h 4648881"/>
                <a:gd name="connsiteX8" fmla="*/ 617005 w 5732769"/>
                <a:gd name="connsiteY8" fmla="*/ 3235989 h 4648881"/>
                <a:gd name="connsiteX9" fmla="*/ 0 w 5732769"/>
                <a:gd name="connsiteY9" fmla="*/ 1984208 h 4648881"/>
                <a:gd name="connsiteX10" fmla="*/ 324555 w 5732769"/>
                <a:gd name="connsiteY10" fmla="*/ 1445618 h 4648881"/>
                <a:gd name="connsiteX11" fmla="*/ 2892454 w 5732769"/>
                <a:gd name="connsiteY11" fmla="*/ 43539 h 4648881"/>
                <a:gd name="connsiteX12" fmla="*/ 3727545 w 5732769"/>
                <a:gd name="connsiteY12" fmla="*/ 645310 h 4648881"/>
                <a:gd name="connsiteX0" fmla="*/ 3727545 w 5732769"/>
                <a:gd name="connsiteY0" fmla="*/ 645310 h 4887641"/>
                <a:gd name="connsiteX1" fmla="*/ 2371767 w 5732769"/>
                <a:gd name="connsiteY1" fmla="*/ 2006877 h 4887641"/>
                <a:gd name="connsiteX2" fmla="*/ 5448069 w 5732769"/>
                <a:gd name="connsiteY2" fmla="*/ 2521891 h 4887641"/>
                <a:gd name="connsiteX3" fmla="*/ 5648086 w 5732769"/>
                <a:gd name="connsiteY3" fmla="*/ 2534929 h 4887641"/>
                <a:gd name="connsiteX4" fmla="*/ 5635436 w 5732769"/>
                <a:gd name="connsiteY4" fmla="*/ 3527158 h 4887641"/>
                <a:gd name="connsiteX5" fmla="*/ 2921646 w 5732769"/>
                <a:gd name="connsiteY5" fmla="*/ 4887641 h 4887641"/>
                <a:gd name="connsiteX6" fmla="*/ 1372653 w 5732769"/>
                <a:gd name="connsiteY6" fmla="*/ 4625665 h 4887641"/>
                <a:gd name="connsiteX7" fmla="*/ 617004 w 5732769"/>
                <a:gd name="connsiteY7" fmla="*/ 3235989 h 4887641"/>
                <a:gd name="connsiteX8" fmla="*/ 617005 w 5732769"/>
                <a:gd name="connsiteY8" fmla="*/ 3235989 h 4887641"/>
                <a:gd name="connsiteX9" fmla="*/ 0 w 5732769"/>
                <a:gd name="connsiteY9" fmla="*/ 1984208 h 4887641"/>
                <a:gd name="connsiteX10" fmla="*/ 324555 w 5732769"/>
                <a:gd name="connsiteY10" fmla="*/ 1445618 h 4887641"/>
                <a:gd name="connsiteX11" fmla="*/ 2892454 w 5732769"/>
                <a:gd name="connsiteY11" fmla="*/ 43539 h 4887641"/>
                <a:gd name="connsiteX12" fmla="*/ 3727545 w 5732769"/>
                <a:gd name="connsiteY12" fmla="*/ 645310 h 4887641"/>
                <a:gd name="connsiteX0" fmla="*/ 3727545 w 5732769"/>
                <a:gd name="connsiteY0" fmla="*/ 645310 h 4887641"/>
                <a:gd name="connsiteX1" fmla="*/ 2371767 w 5732769"/>
                <a:gd name="connsiteY1" fmla="*/ 2006877 h 4887641"/>
                <a:gd name="connsiteX2" fmla="*/ 5448069 w 5732769"/>
                <a:gd name="connsiteY2" fmla="*/ 2521891 h 4887641"/>
                <a:gd name="connsiteX3" fmla="*/ 5648086 w 5732769"/>
                <a:gd name="connsiteY3" fmla="*/ 2534929 h 4887641"/>
                <a:gd name="connsiteX4" fmla="*/ 5635436 w 5732769"/>
                <a:gd name="connsiteY4" fmla="*/ 3527158 h 4887641"/>
                <a:gd name="connsiteX5" fmla="*/ 2921646 w 5732769"/>
                <a:gd name="connsiteY5" fmla="*/ 4887641 h 4887641"/>
                <a:gd name="connsiteX6" fmla="*/ 1382813 w 5732769"/>
                <a:gd name="connsiteY6" fmla="*/ 4168465 h 4887641"/>
                <a:gd name="connsiteX7" fmla="*/ 617004 w 5732769"/>
                <a:gd name="connsiteY7" fmla="*/ 3235989 h 4887641"/>
                <a:gd name="connsiteX8" fmla="*/ 617005 w 5732769"/>
                <a:gd name="connsiteY8" fmla="*/ 3235989 h 4887641"/>
                <a:gd name="connsiteX9" fmla="*/ 0 w 5732769"/>
                <a:gd name="connsiteY9" fmla="*/ 1984208 h 4887641"/>
                <a:gd name="connsiteX10" fmla="*/ 324555 w 5732769"/>
                <a:gd name="connsiteY10" fmla="*/ 1445618 h 4887641"/>
                <a:gd name="connsiteX11" fmla="*/ 2892454 w 5732769"/>
                <a:gd name="connsiteY11" fmla="*/ 43539 h 4887641"/>
                <a:gd name="connsiteX12" fmla="*/ 3727545 w 5732769"/>
                <a:gd name="connsiteY12" fmla="*/ 645310 h 4887641"/>
                <a:gd name="connsiteX0" fmla="*/ 3727545 w 5732769"/>
                <a:gd name="connsiteY0" fmla="*/ 645310 h 4887641"/>
                <a:gd name="connsiteX1" fmla="*/ 2371767 w 5732769"/>
                <a:gd name="connsiteY1" fmla="*/ 2006877 h 4887641"/>
                <a:gd name="connsiteX2" fmla="*/ 5448069 w 5732769"/>
                <a:gd name="connsiteY2" fmla="*/ 2521891 h 4887641"/>
                <a:gd name="connsiteX3" fmla="*/ 5648086 w 5732769"/>
                <a:gd name="connsiteY3" fmla="*/ 2534929 h 4887641"/>
                <a:gd name="connsiteX4" fmla="*/ 5635436 w 5732769"/>
                <a:gd name="connsiteY4" fmla="*/ 3527158 h 4887641"/>
                <a:gd name="connsiteX5" fmla="*/ 2921646 w 5732769"/>
                <a:gd name="connsiteY5" fmla="*/ 4887641 h 4887641"/>
                <a:gd name="connsiteX6" fmla="*/ 1382813 w 5732769"/>
                <a:gd name="connsiteY6" fmla="*/ 4168465 h 4887641"/>
                <a:gd name="connsiteX7" fmla="*/ 617004 w 5732769"/>
                <a:gd name="connsiteY7" fmla="*/ 3235989 h 4887641"/>
                <a:gd name="connsiteX8" fmla="*/ 251245 w 5732769"/>
                <a:gd name="connsiteY8" fmla="*/ 3561109 h 4887641"/>
                <a:gd name="connsiteX9" fmla="*/ 0 w 5732769"/>
                <a:gd name="connsiteY9" fmla="*/ 1984208 h 4887641"/>
                <a:gd name="connsiteX10" fmla="*/ 324555 w 5732769"/>
                <a:gd name="connsiteY10" fmla="*/ 1445618 h 4887641"/>
                <a:gd name="connsiteX11" fmla="*/ 2892454 w 5732769"/>
                <a:gd name="connsiteY11" fmla="*/ 43539 h 4887641"/>
                <a:gd name="connsiteX12" fmla="*/ 3727545 w 5732769"/>
                <a:gd name="connsiteY12" fmla="*/ 645310 h 4887641"/>
                <a:gd name="connsiteX0" fmla="*/ 3727545 w 5732769"/>
                <a:gd name="connsiteY0" fmla="*/ 645310 h 4887641"/>
                <a:gd name="connsiteX1" fmla="*/ 2371767 w 5732769"/>
                <a:gd name="connsiteY1" fmla="*/ 2006877 h 4887641"/>
                <a:gd name="connsiteX2" fmla="*/ 5448069 w 5732769"/>
                <a:gd name="connsiteY2" fmla="*/ 2521891 h 4887641"/>
                <a:gd name="connsiteX3" fmla="*/ 5648086 w 5732769"/>
                <a:gd name="connsiteY3" fmla="*/ 2534929 h 4887641"/>
                <a:gd name="connsiteX4" fmla="*/ 5635436 w 5732769"/>
                <a:gd name="connsiteY4" fmla="*/ 3527158 h 4887641"/>
                <a:gd name="connsiteX5" fmla="*/ 2921646 w 5732769"/>
                <a:gd name="connsiteY5" fmla="*/ 4887641 h 4887641"/>
                <a:gd name="connsiteX6" fmla="*/ 1382813 w 5732769"/>
                <a:gd name="connsiteY6" fmla="*/ 4168465 h 4887641"/>
                <a:gd name="connsiteX7" fmla="*/ 617004 w 5732769"/>
                <a:gd name="connsiteY7" fmla="*/ 3235989 h 4887641"/>
                <a:gd name="connsiteX8" fmla="*/ 251245 w 5732769"/>
                <a:gd name="connsiteY8" fmla="*/ 3561109 h 4887641"/>
                <a:gd name="connsiteX9" fmla="*/ 0 w 5732769"/>
                <a:gd name="connsiteY9" fmla="*/ 1984208 h 4887641"/>
                <a:gd name="connsiteX10" fmla="*/ 324555 w 5732769"/>
                <a:gd name="connsiteY10" fmla="*/ 1445618 h 4887641"/>
                <a:gd name="connsiteX11" fmla="*/ 2892454 w 5732769"/>
                <a:gd name="connsiteY11" fmla="*/ 43539 h 4887641"/>
                <a:gd name="connsiteX12" fmla="*/ 3727545 w 5732769"/>
                <a:gd name="connsiteY12" fmla="*/ 645310 h 4887641"/>
                <a:gd name="connsiteX0" fmla="*/ 3727545 w 5732769"/>
                <a:gd name="connsiteY0" fmla="*/ 645310 h 4887641"/>
                <a:gd name="connsiteX1" fmla="*/ 2371767 w 5732769"/>
                <a:gd name="connsiteY1" fmla="*/ 2006877 h 4887641"/>
                <a:gd name="connsiteX2" fmla="*/ 5448069 w 5732769"/>
                <a:gd name="connsiteY2" fmla="*/ 2521891 h 4887641"/>
                <a:gd name="connsiteX3" fmla="*/ 5648086 w 5732769"/>
                <a:gd name="connsiteY3" fmla="*/ 2534929 h 4887641"/>
                <a:gd name="connsiteX4" fmla="*/ 5635436 w 5732769"/>
                <a:gd name="connsiteY4" fmla="*/ 3527158 h 4887641"/>
                <a:gd name="connsiteX5" fmla="*/ 2921646 w 5732769"/>
                <a:gd name="connsiteY5" fmla="*/ 4887641 h 4887641"/>
                <a:gd name="connsiteX6" fmla="*/ 1382813 w 5732769"/>
                <a:gd name="connsiteY6" fmla="*/ 4168465 h 4887641"/>
                <a:gd name="connsiteX7" fmla="*/ 251245 w 5732769"/>
                <a:gd name="connsiteY7" fmla="*/ 3561109 h 4887641"/>
                <a:gd name="connsiteX8" fmla="*/ 0 w 5732769"/>
                <a:gd name="connsiteY8" fmla="*/ 1984208 h 4887641"/>
                <a:gd name="connsiteX9" fmla="*/ 324555 w 5732769"/>
                <a:gd name="connsiteY9" fmla="*/ 1445618 h 4887641"/>
                <a:gd name="connsiteX10" fmla="*/ 2892454 w 5732769"/>
                <a:gd name="connsiteY10" fmla="*/ 43539 h 4887641"/>
                <a:gd name="connsiteX11" fmla="*/ 3727545 w 5732769"/>
                <a:gd name="connsiteY11" fmla="*/ 645310 h 4887641"/>
                <a:gd name="connsiteX0" fmla="*/ 3498945 w 5504169"/>
                <a:gd name="connsiteY0" fmla="*/ 645310 h 4887641"/>
                <a:gd name="connsiteX1" fmla="*/ 2143167 w 5504169"/>
                <a:gd name="connsiteY1" fmla="*/ 2006877 h 4887641"/>
                <a:gd name="connsiteX2" fmla="*/ 5219469 w 5504169"/>
                <a:gd name="connsiteY2" fmla="*/ 2521891 h 4887641"/>
                <a:gd name="connsiteX3" fmla="*/ 5419486 w 5504169"/>
                <a:gd name="connsiteY3" fmla="*/ 2534929 h 4887641"/>
                <a:gd name="connsiteX4" fmla="*/ 5406836 w 5504169"/>
                <a:gd name="connsiteY4" fmla="*/ 3527158 h 4887641"/>
                <a:gd name="connsiteX5" fmla="*/ 2693046 w 5504169"/>
                <a:gd name="connsiteY5" fmla="*/ 4887641 h 4887641"/>
                <a:gd name="connsiteX6" fmla="*/ 1154213 w 5504169"/>
                <a:gd name="connsiteY6" fmla="*/ 4168465 h 4887641"/>
                <a:gd name="connsiteX7" fmla="*/ 22645 w 5504169"/>
                <a:gd name="connsiteY7" fmla="*/ 3561109 h 4887641"/>
                <a:gd name="connsiteX8" fmla="*/ 0 w 5504169"/>
                <a:gd name="connsiteY8" fmla="*/ 1953728 h 4887641"/>
                <a:gd name="connsiteX9" fmla="*/ 95955 w 5504169"/>
                <a:gd name="connsiteY9" fmla="*/ 1445618 h 4887641"/>
                <a:gd name="connsiteX10" fmla="*/ 2663854 w 5504169"/>
                <a:gd name="connsiteY10" fmla="*/ 43539 h 4887641"/>
                <a:gd name="connsiteX11" fmla="*/ 3498945 w 5504169"/>
                <a:gd name="connsiteY11" fmla="*/ 645310 h 4887641"/>
                <a:gd name="connsiteX0" fmla="*/ 3498945 w 5504169"/>
                <a:gd name="connsiteY0" fmla="*/ 645310 h 4887641"/>
                <a:gd name="connsiteX1" fmla="*/ 2143167 w 5504169"/>
                <a:gd name="connsiteY1" fmla="*/ 2006877 h 4887641"/>
                <a:gd name="connsiteX2" fmla="*/ 5219469 w 5504169"/>
                <a:gd name="connsiteY2" fmla="*/ 2521891 h 4887641"/>
                <a:gd name="connsiteX3" fmla="*/ 5419486 w 5504169"/>
                <a:gd name="connsiteY3" fmla="*/ 2534929 h 4887641"/>
                <a:gd name="connsiteX4" fmla="*/ 5406836 w 5504169"/>
                <a:gd name="connsiteY4" fmla="*/ 3527158 h 4887641"/>
                <a:gd name="connsiteX5" fmla="*/ 2693046 w 5504169"/>
                <a:gd name="connsiteY5" fmla="*/ 4887641 h 4887641"/>
                <a:gd name="connsiteX6" fmla="*/ 1154213 w 5504169"/>
                <a:gd name="connsiteY6" fmla="*/ 4168465 h 4887641"/>
                <a:gd name="connsiteX7" fmla="*/ 22645 w 5504169"/>
                <a:gd name="connsiteY7" fmla="*/ 3561109 h 4887641"/>
                <a:gd name="connsiteX8" fmla="*/ 0 w 5504169"/>
                <a:gd name="connsiteY8" fmla="*/ 1953728 h 4887641"/>
                <a:gd name="connsiteX9" fmla="*/ 14675 w 5504169"/>
                <a:gd name="connsiteY9" fmla="*/ 1486258 h 4887641"/>
                <a:gd name="connsiteX10" fmla="*/ 2663854 w 5504169"/>
                <a:gd name="connsiteY10" fmla="*/ 43539 h 4887641"/>
                <a:gd name="connsiteX11" fmla="*/ 3498945 w 5504169"/>
                <a:gd name="connsiteY11" fmla="*/ 645310 h 4887641"/>
                <a:gd name="connsiteX0" fmla="*/ 3498945 w 5504169"/>
                <a:gd name="connsiteY0" fmla="*/ 645310 h 4887641"/>
                <a:gd name="connsiteX1" fmla="*/ 2143167 w 5504169"/>
                <a:gd name="connsiteY1" fmla="*/ 2006877 h 4887641"/>
                <a:gd name="connsiteX2" fmla="*/ 5219469 w 5504169"/>
                <a:gd name="connsiteY2" fmla="*/ 2521891 h 4887641"/>
                <a:gd name="connsiteX3" fmla="*/ 5419486 w 5504169"/>
                <a:gd name="connsiteY3" fmla="*/ 2534929 h 4887641"/>
                <a:gd name="connsiteX4" fmla="*/ 5406836 w 5504169"/>
                <a:gd name="connsiteY4" fmla="*/ 3527158 h 4887641"/>
                <a:gd name="connsiteX5" fmla="*/ 2693046 w 5504169"/>
                <a:gd name="connsiteY5" fmla="*/ 4887641 h 4887641"/>
                <a:gd name="connsiteX6" fmla="*/ 1154213 w 5504169"/>
                <a:gd name="connsiteY6" fmla="*/ 4168465 h 4887641"/>
                <a:gd name="connsiteX7" fmla="*/ 22645 w 5504169"/>
                <a:gd name="connsiteY7" fmla="*/ 3561109 h 4887641"/>
                <a:gd name="connsiteX8" fmla="*/ 0 w 5504169"/>
                <a:gd name="connsiteY8" fmla="*/ 1953728 h 4887641"/>
                <a:gd name="connsiteX9" fmla="*/ 14675 w 5504169"/>
                <a:gd name="connsiteY9" fmla="*/ 1486258 h 4887641"/>
                <a:gd name="connsiteX10" fmla="*/ 2663854 w 5504169"/>
                <a:gd name="connsiteY10" fmla="*/ 43539 h 4887641"/>
                <a:gd name="connsiteX11" fmla="*/ 3498945 w 5504169"/>
                <a:gd name="connsiteY11" fmla="*/ 645310 h 4887641"/>
                <a:gd name="connsiteX0" fmla="*/ 3498945 w 5483919"/>
                <a:gd name="connsiteY0" fmla="*/ 645310 h 4887641"/>
                <a:gd name="connsiteX1" fmla="*/ 2143167 w 5483919"/>
                <a:gd name="connsiteY1" fmla="*/ 2006877 h 4887641"/>
                <a:gd name="connsiteX2" fmla="*/ 5219469 w 5483919"/>
                <a:gd name="connsiteY2" fmla="*/ 2521891 h 4887641"/>
                <a:gd name="connsiteX3" fmla="*/ 5419486 w 5483919"/>
                <a:gd name="connsiteY3" fmla="*/ 2534929 h 4887641"/>
                <a:gd name="connsiteX4" fmla="*/ 5406836 w 5483919"/>
                <a:gd name="connsiteY4" fmla="*/ 3527158 h 4887641"/>
                <a:gd name="connsiteX5" fmla="*/ 2693046 w 5483919"/>
                <a:gd name="connsiteY5" fmla="*/ 4887641 h 4887641"/>
                <a:gd name="connsiteX6" fmla="*/ 1154213 w 5483919"/>
                <a:gd name="connsiteY6" fmla="*/ 4168465 h 4887641"/>
                <a:gd name="connsiteX7" fmla="*/ 22645 w 5483919"/>
                <a:gd name="connsiteY7" fmla="*/ 3561109 h 4887641"/>
                <a:gd name="connsiteX8" fmla="*/ 0 w 5483919"/>
                <a:gd name="connsiteY8" fmla="*/ 1953728 h 4887641"/>
                <a:gd name="connsiteX9" fmla="*/ 14675 w 5483919"/>
                <a:gd name="connsiteY9" fmla="*/ 1486258 h 4887641"/>
                <a:gd name="connsiteX10" fmla="*/ 2663854 w 5483919"/>
                <a:gd name="connsiteY10" fmla="*/ 43539 h 4887641"/>
                <a:gd name="connsiteX11" fmla="*/ 3498945 w 5483919"/>
                <a:gd name="connsiteY11" fmla="*/ 645310 h 4887641"/>
                <a:gd name="connsiteX0" fmla="*/ 3498945 w 5483919"/>
                <a:gd name="connsiteY0" fmla="*/ 645310 h 4887641"/>
                <a:gd name="connsiteX1" fmla="*/ 2143167 w 5483919"/>
                <a:gd name="connsiteY1" fmla="*/ 2006877 h 4887641"/>
                <a:gd name="connsiteX2" fmla="*/ 5219469 w 5483919"/>
                <a:gd name="connsiteY2" fmla="*/ 2521891 h 4887641"/>
                <a:gd name="connsiteX3" fmla="*/ 5419486 w 5483919"/>
                <a:gd name="connsiteY3" fmla="*/ 2534929 h 4887641"/>
                <a:gd name="connsiteX4" fmla="*/ 5406836 w 5483919"/>
                <a:gd name="connsiteY4" fmla="*/ 3527158 h 4887641"/>
                <a:gd name="connsiteX5" fmla="*/ 2693046 w 5483919"/>
                <a:gd name="connsiteY5" fmla="*/ 4887641 h 4887641"/>
                <a:gd name="connsiteX6" fmla="*/ 1154213 w 5483919"/>
                <a:gd name="connsiteY6" fmla="*/ 4168465 h 4887641"/>
                <a:gd name="connsiteX7" fmla="*/ 22645 w 5483919"/>
                <a:gd name="connsiteY7" fmla="*/ 3561109 h 4887641"/>
                <a:gd name="connsiteX8" fmla="*/ 0 w 5483919"/>
                <a:gd name="connsiteY8" fmla="*/ 1953728 h 4887641"/>
                <a:gd name="connsiteX9" fmla="*/ 14675 w 5483919"/>
                <a:gd name="connsiteY9" fmla="*/ 1486258 h 4887641"/>
                <a:gd name="connsiteX10" fmla="*/ 2663854 w 5483919"/>
                <a:gd name="connsiteY10" fmla="*/ 43539 h 4887641"/>
                <a:gd name="connsiteX11" fmla="*/ 3498945 w 5483919"/>
                <a:gd name="connsiteY11" fmla="*/ 645310 h 4887641"/>
                <a:gd name="connsiteX0" fmla="*/ 3498945 w 5419486"/>
                <a:gd name="connsiteY0" fmla="*/ 645310 h 4887641"/>
                <a:gd name="connsiteX1" fmla="*/ 2143167 w 5419486"/>
                <a:gd name="connsiteY1" fmla="*/ 2006877 h 4887641"/>
                <a:gd name="connsiteX2" fmla="*/ 5219469 w 5419486"/>
                <a:gd name="connsiteY2" fmla="*/ 2521891 h 4887641"/>
                <a:gd name="connsiteX3" fmla="*/ 5419486 w 5419486"/>
                <a:gd name="connsiteY3" fmla="*/ 2534929 h 4887641"/>
                <a:gd name="connsiteX4" fmla="*/ 5406836 w 5419486"/>
                <a:gd name="connsiteY4" fmla="*/ 3527158 h 4887641"/>
                <a:gd name="connsiteX5" fmla="*/ 2693046 w 5419486"/>
                <a:gd name="connsiteY5" fmla="*/ 4887641 h 4887641"/>
                <a:gd name="connsiteX6" fmla="*/ 1154213 w 5419486"/>
                <a:gd name="connsiteY6" fmla="*/ 4168465 h 4887641"/>
                <a:gd name="connsiteX7" fmla="*/ 22645 w 5419486"/>
                <a:gd name="connsiteY7" fmla="*/ 3561109 h 4887641"/>
                <a:gd name="connsiteX8" fmla="*/ 0 w 5419486"/>
                <a:gd name="connsiteY8" fmla="*/ 1953728 h 4887641"/>
                <a:gd name="connsiteX9" fmla="*/ 14675 w 5419486"/>
                <a:gd name="connsiteY9" fmla="*/ 1486258 h 4887641"/>
                <a:gd name="connsiteX10" fmla="*/ 2663854 w 5419486"/>
                <a:gd name="connsiteY10" fmla="*/ 43539 h 4887641"/>
                <a:gd name="connsiteX11" fmla="*/ 3498945 w 5419486"/>
                <a:gd name="connsiteY11" fmla="*/ 645310 h 4887641"/>
                <a:gd name="connsiteX0" fmla="*/ 3498945 w 5419486"/>
                <a:gd name="connsiteY0" fmla="*/ 645310 h 4887641"/>
                <a:gd name="connsiteX1" fmla="*/ 2143167 w 5419486"/>
                <a:gd name="connsiteY1" fmla="*/ 2006877 h 4887641"/>
                <a:gd name="connsiteX2" fmla="*/ 5219469 w 5419486"/>
                <a:gd name="connsiteY2" fmla="*/ 2521891 h 4887641"/>
                <a:gd name="connsiteX3" fmla="*/ 5419486 w 5419486"/>
                <a:gd name="connsiteY3" fmla="*/ 2534929 h 4887641"/>
                <a:gd name="connsiteX4" fmla="*/ 5406836 w 5419486"/>
                <a:gd name="connsiteY4" fmla="*/ 3527158 h 4887641"/>
                <a:gd name="connsiteX5" fmla="*/ 2693046 w 5419486"/>
                <a:gd name="connsiteY5" fmla="*/ 4887641 h 4887641"/>
                <a:gd name="connsiteX6" fmla="*/ 1154213 w 5419486"/>
                <a:gd name="connsiteY6" fmla="*/ 4168465 h 4887641"/>
                <a:gd name="connsiteX7" fmla="*/ 22645 w 5419486"/>
                <a:gd name="connsiteY7" fmla="*/ 3561109 h 4887641"/>
                <a:gd name="connsiteX8" fmla="*/ 0 w 5419486"/>
                <a:gd name="connsiteY8" fmla="*/ 1953728 h 4887641"/>
                <a:gd name="connsiteX9" fmla="*/ 14675 w 5419486"/>
                <a:gd name="connsiteY9" fmla="*/ 1486258 h 4887641"/>
                <a:gd name="connsiteX10" fmla="*/ 2663854 w 5419486"/>
                <a:gd name="connsiteY10" fmla="*/ 43539 h 4887641"/>
                <a:gd name="connsiteX11" fmla="*/ 3498945 w 5419486"/>
                <a:gd name="connsiteY11" fmla="*/ 645310 h 4887641"/>
                <a:gd name="connsiteX0" fmla="*/ 3498945 w 5419486"/>
                <a:gd name="connsiteY0" fmla="*/ 645310 h 4887641"/>
                <a:gd name="connsiteX1" fmla="*/ 2143167 w 5419486"/>
                <a:gd name="connsiteY1" fmla="*/ 2006877 h 4887641"/>
                <a:gd name="connsiteX2" fmla="*/ 5219469 w 5419486"/>
                <a:gd name="connsiteY2" fmla="*/ 2521891 h 4887641"/>
                <a:gd name="connsiteX3" fmla="*/ 5419486 w 5419486"/>
                <a:gd name="connsiteY3" fmla="*/ 2534929 h 4887641"/>
                <a:gd name="connsiteX4" fmla="*/ 5406836 w 5419486"/>
                <a:gd name="connsiteY4" fmla="*/ 3527158 h 4887641"/>
                <a:gd name="connsiteX5" fmla="*/ 2693046 w 5419486"/>
                <a:gd name="connsiteY5" fmla="*/ 4887641 h 4887641"/>
                <a:gd name="connsiteX6" fmla="*/ 1154213 w 5419486"/>
                <a:gd name="connsiteY6" fmla="*/ 4168465 h 4887641"/>
                <a:gd name="connsiteX7" fmla="*/ 22645 w 5419486"/>
                <a:gd name="connsiteY7" fmla="*/ 3561109 h 4887641"/>
                <a:gd name="connsiteX8" fmla="*/ 0 w 5419486"/>
                <a:gd name="connsiteY8" fmla="*/ 1953728 h 4887641"/>
                <a:gd name="connsiteX9" fmla="*/ 14675 w 5419486"/>
                <a:gd name="connsiteY9" fmla="*/ 1486258 h 4887641"/>
                <a:gd name="connsiteX10" fmla="*/ 2663854 w 5419486"/>
                <a:gd name="connsiteY10" fmla="*/ 43539 h 4887641"/>
                <a:gd name="connsiteX11" fmla="*/ 3498945 w 5419486"/>
                <a:gd name="connsiteY11" fmla="*/ 645310 h 4887641"/>
                <a:gd name="connsiteX0" fmla="*/ 3498945 w 5419486"/>
                <a:gd name="connsiteY0" fmla="*/ 645310 h 4887641"/>
                <a:gd name="connsiteX1" fmla="*/ 2143167 w 5419486"/>
                <a:gd name="connsiteY1" fmla="*/ 2006877 h 4887641"/>
                <a:gd name="connsiteX2" fmla="*/ 5219469 w 5419486"/>
                <a:gd name="connsiteY2" fmla="*/ 2521891 h 4887641"/>
                <a:gd name="connsiteX3" fmla="*/ 5419486 w 5419486"/>
                <a:gd name="connsiteY3" fmla="*/ 2534929 h 4887641"/>
                <a:gd name="connsiteX4" fmla="*/ 5406836 w 5419486"/>
                <a:gd name="connsiteY4" fmla="*/ 3527158 h 4887641"/>
                <a:gd name="connsiteX5" fmla="*/ 2693046 w 5419486"/>
                <a:gd name="connsiteY5" fmla="*/ 4887641 h 4887641"/>
                <a:gd name="connsiteX6" fmla="*/ 1172142 w 5419486"/>
                <a:gd name="connsiteY6" fmla="*/ 4114677 h 4887641"/>
                <a:gd name="connsiteX7" fmla="*/ 22645 w 5419486"/>
                <a:gd name="connsiteY7" fmla="*/ 3561109 h 4887641"/>
                <a:gd name="connsiteX8" fmla="*/ 0 w 5419486"/>
                <a:gd name="connsiteY8" fmla="*/ 1953728 h 4887641"/>
                <a:gd name="connsiteX9" fmla="*/ 14675 w 5419486"/>
                <a:gd name="connsiteY9" fmla="*/ 1486258 h 4887641"/>
                <a:gd name="connsiteX10" fmla="*/ 2663854 w 5419486"/>
                <a:gd name="connsiteY10" fmla="*/ 43539 h 4887641"/>
                <a:gd name="connsiteX11" fmla="*/ 3498945 w 5419486"/>
                <a:gd name="connsiteY11" fmla="*/ 645310 h 4887641"/>
                <a:gd name="connsiteX0" fmla="*/ 3498945 w 5406836"/>
                <a:gd name="connsiteY0" fmla="*/ 645310 h 4887641"/>
                <a:gd name="connsiteX1" fmla="*/ 2143167 w 5406836"/>
                <a:gd name="connsiteY1" fmla="*/ 2006877 h 4887641"/>
                <a:gd name="connsiteX2" fmla="*/ 5219469 w 5406836"/>
                <a:gd name="connsiteY2" fmla="*/ 2521891 h 4887641"/>
                <a:gd name="connsiteX3" fmla="*/ 5401557 w 5406836"/>
                <a:gd name="connsiteY3" fmla="*/ 2687329 h 4887641"/>
                <a:gd name="connsiteX4" fmla="*/ 5406836 w 5406836"/>
                <a:gd name="connsiteY4" fmla="*/ 3527158 h 4887641"/>
                <a:gd name="connsiteX5" fmla="*/ 2693046 w 5406836"/>
                <a:gd name="connsiteY5" fmla="*/ 4887641 h 4887641"/>
                <a:gd name="connsiteX6" fmla="*/ 1172142 w 5406836"/>
                <a:gd name="connsiteY6" fmla="*/ 4114677 h 4887641"/>
                <a:gd name="connsiteX7" fmla="*/ 22645 w 5406836"/>
                <a:gd name="connsiteY7" fmla="*/ 3561109 h 4887641"/>
                <a:gd name="connsiteX8" fmla="*/ 0 w 5406836"/>
                <a:gd name="connsiteY8" fmla="*/ 1953728 h 4887641"/>
                <a:gd name="connsiteX9" fmla="*/ 14675 w 5406836"/>
                <a:gd name="connsiteY9" fmla="*/ 1486258 h 4887641"/>
                <a:gd name="connsiteX10" fmla="*/ 2663854 w 5406836"/>
                <a:gd name="connsiteY10" fmla="*/ 43539 h 4887641"/>
                <a:gd name="connsiteX11" fmla="*/ 3498945 w 5406836"/>
                <a:gd name="connsiteY11" fmla="*/ 645310 h 4887641"/>
                <a:gd name="connsiteX0" fmla="*/ 3498945 w 5406836"/>
                <a:gd name="connsiteY0" fmla="*/ 645310 h 4887641"/>
                <a:gd name="connsiteX1" fmla="*/ 2143167 w 5406836"/>
                <a:gd name="connsiteY1" fmla="*/ 2006877 h 4887641"/>
                <a:gd name="connsiteX2" fmla="*/ 5219469 w 5406836"/>
                <a:gd name="connsiteY2" fmla="*/ 2521891 h 4887641"/>
                <a:gd name="connsiteX3" fmla="*/ 5380602 w 5406836"/>
                <a:gd name="connsiteY3" fmla="*/ 2523499 h 4887641"/>
                <a:gd name="connsiteX4" fmla="*/ 5406836 w 5406836"/>
                <a:gd name="connsiteY4" fmla="*/ 3527158 h 4887641"/>
                <a:gd name="connsiteX5" fmla="*/ 2693046 w 5406836"/>
                <a:gd name="connsiteY5" fmla="*/ 4887641 h 4887641"/>
                <a:gd name="connsiteX6" fmla="*/ 1172142 w 5406836"/>
                <a:gd name="connsiteY6" fmla="*/ 4114677 h 4887641"/>
                <a:gd name="connsiteX7" fmla="*/ 22645 w 5406836"/>
                <a:gd name="connsiteY7" fmla="*/ 3561109 h 4887641"/>
                <a:gd name="connsiteX8" fmla="*/ 0 w 5406836"/>
                <a:gd name="connsiteY8" fmla="*/ 1953728 h 4887641"/>
                <a:gd name="connsiteX9" fmla="*/ 14675 w 5406836"/>
                <a:gd name="connsiteY9" fmla="*/ 1486258 h 4887641"/>
                <a:gd name="connsiteX10" fmla="*/ 2663854 w 5406836"/>
                <a:gd name="connsiteY10" fmla="*/ 43539 h 4887641"/>
                <a:gd name="connsiteX11" fmla="*/ 3498945 w 5406836"/>
                <a:gd name="connsiteY11" fmla="*/ 645310 h 4887641"/>
                <a:gd name="connsiteX0" fmla="*/ 3498945 w 5406836"/>
                <a:gd name="connsiteY0" fmla="*/ 645310 h 4887641"/>
                <a:gd name="connsiteX1" fmla="*/ 2143167 w 5406836"/>
                <a:gd name="connsiteY1" fmla="*/ 2006877 h 4887641"/>
                <a:gd name="connsiteX2" fmla="*/ 5219469 w 5406836"/>
                <a:gd name="connsiteY2" fmla="*/ 2521891 h 4887641"/>
                <a:gd name="connsiteX3" fmla="*/ 5380602 w 5406836"/>
                <a:gd name="connsiteY3" fmla="*/ 2523499 h 4887641"/>
                <a:gd name="connsiteX4" fmla="*/ 5406836 w 5406836"/>
                <a:gd name="connsiteY4" fmla="*/ 3527158 h 4887641"/>
                <a:gd name="connsiteX5" fmla="*/ 2693046 w 5406836"/>
                <a:gd name="connsiteY5" fmla="*/ 4887641 h 4887641"/>
                <a:gd name="connsiteX6" fmla="*/ 1172142 w 5406836"/>
                <a:gd name="connsiteY6" fmla="*/ 4114677 h 4887641"/>
                <a:gd name="connsiteX7" fmla="*/ 22645 w 5406836"/>
                <a:gd name="connsiteY7" fmla="*/ 3561109 h 4887641"/>
                <a:gd name="connsiteX8" fmla="*/ 0 w 5406836"/>
                <a:gd name="connsiteY8" fmla="*/ 1953728 h 4887641"/>
                <a:gd name="connsiteX9" fmla="*/ 14675 w 5406836"/>
                <a:gd name="connsiteY9" fmla="*/ 1486258 h 4887641"/>
                <a:gd name="connsiteX10" fmla="*/ 2663854 w 5406836"/>
                <a:gd name="connsiteY10" fmla="*/ 43539 h 4887641"/>
                <a:gd name="connsiteX11" fmla="*/ 3498945 w 5406836"/>
                <a:gd name="connsiteY11" fmla="*/ 645310 h 488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06836" h="4887641">
                  <a:moveTo>
                    <a:pt x="3498945" y="645310"/>
                  </a:moveTo>
                  <a:cubicBezTo>
                    <a:pt x="2884796" y="167249"/>
                    <a:pt x="1856413" y="1694114"/>
                    <a:pt x="2143167" y="2006877"/>
                  </a:cubicBezTo>
                  <a:cubicBezTo>
                    <a:pt x="2429921" y="2319641"/>
                    <a:pt x="4596907" y="2409699"/>
                    <a:pt x="5219469" y="2521891"/>
                  </a:cubicBezTo>
                  <a:lnTo>
                    <a:pt x="5380602" y="2523499"/>
                  </a:lnTo>
                  <a:cubicBezTo>
                    <a:pt x="5352662" y="2705162"/>
                    <a:pt x="5376351" y="3138974"/>
                    <a:pt x="5406836" y="3527158"/>
                  </a:cubicBezTo>
                  <a:lnTo>
                    <a:pt x="2693046" y="4887641"/>
                  </a:lnTo>
                  <a:lnTo>
                    <a:pt x="1172142" y="4114677"/>
                  </a:lnTo>
                  <a:lnTo>
                    <a:pt x="22645" y="3561109"/>
                  </a:lnTo>
                  <a:lnTo>
                    <a:pt x="0" y="1953728"/>
                  </a:lnTo>
                  <a:lnTo>
                    <a:pt x="14675" y="1486258"/>
                  </a:lnTo>
                  <a:cubicBezTo>
                    <a:pt x="587230" y="558511"/>
                    <a:pt x="2140317" y="174985"/>
                    <a:pt x="2663854" y="43539"/>
                  </a:cubicBezTo>
                  <a:cubicBezTo>
                    <a:pt x="3119858" y="-92921"/>
                    <a:pt x="3571564" y="87004"/>
                    <a:pt x="3498945" y="645310"/>
                  </a:cubicBezTo>
                  <a:close/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effectLst>
                  <a:glow rad="698500">
                    <a:schemeClr val="tx1"/>
                  </a:glow>
                </a:effectLst>
              </a:endParaRPr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831A75-F63F-4DB0-AB3F-7DCC7919A186}"/>
                </a:ext>
              </a:extLst>
            </p:cNvPr>
            <p:cNvSpPr/>
            <p:nvPr/>
          </p:nvSpPr>
          <p:spPr>
            <a:xfrm>
              <a:off x="3126705" y="2115837"/>
              <a:ext cx="5417204" cy="4283855"/>
            </a:xfrm>
            <a:custGeom>
              <a:avLst/>
              <a:gdLst>
                <a:gd name="connsiteX0" fmla="*/ 1841492 w 4973152"/>
                <a:gd name="connsiteY0" fmla="*/ 127 h 4090700"/>
                <a:gd name="connsiteX1" fmla="*/ 3656626 w 4973152"/>
                <a:gd name="connsiteY1" fmla="*/ 2040190 h 4090700"/>
                <a:gd name="connsiteX2" fmla="*/ 4836319 w 4973152"/>
                <a:gd name="connsiteY2" fmla="*/ 2286990 h 4090700"/>
                <a:gd name="connsiteX3" fmla="*/ 4973152 w 4973152"/>
                <a:gd name="connsiteY3" fmla="*/ 2290168 h 4090700"/>
                <a:gd name="connsiteX4" fmla="*/ 4559468 w 4973152"/>
                <a:gd name="connsiteY4" fmla="*/ 3096945 h 4090700"/>
                <a:gd name="connsiteX5" fmla="*/ 4559468 w 4973152"/>
                <a:gd name="connsiteY5" fmla="*/ 3096945 h 4090700"/>
                <a:gd name="connsiteX6" fmla="*/ 4049909 w 4973152"/>
                <a:gd name="connsiteY6" fmla="*/ 4090700 h 4090700"/>
                <a:gd name="connsiteX7" fmla="*/ 1112034 w 4973152"/>
                <a:gd name="connsiteY7" fmla="*/ 4082631 h 4090700"/>
                <a:gd name="connsiteX8" fmla="*/ 1112030 w 4973152"/>
                <a:gd name="connsiteY8" fmla="*/ 4082632 h 4090700"/>
                <a:gd name="connsiteX9" fmla="*/ 881847 w 4973152"/>
                <a:gd name="connsiteY9" fmla="*/ 4082000 h 4090700"/>
                <a:gd name="connsiteX10" fmla="*/ 0 w 4973152"/>
                <a:gd name="connsiteY10" fmla="*/ 2333875 h 4090700"/>
                <a:gd name="connsiteX11" fmla="*/ 87753 w 4973152"/>
                <a:gd name="connsiteY11" fmla="*/ 2173768 h 4090700"/>
                <a:gd name="connsiteX12" fmla="*/ 1609904 w 4973152"/>
                <a:gd name="connsiteY12" fmla="*/ 65337 h 4090700"/>
                <a:gd name="connsiteX13" fmla="*/ 1841492 w 4973152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59468 w 4929609"/>
                <a:gd name="connsiteY5" fmla="*/ 3096945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30440 w 4929609"/>
                <a:gd name="connsiteY4" fmla="*/ 3091502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881847 w 4929609"/>
                <a:gd name="connsiteY9" fmla="*/ 4082000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909061 w 4929609"/>
                <a:gd name="connsiteY9" fmla="*/ 4034829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1"/>
                <a:gd name="connsiteX1" fmla="*/ 3656626 w 4929609"/>
                <a:gd name="connsiteY1" fmla="*/ 2040190 h 4082631"/>
                <a:gd name="connsiteX2" fmla="*/ 4836319 w 4929609"/>
                <a:gd name="connsiteY2" fmla="*/ 2286990 h 4082631"/>
                <a:gd name="connsiteX3" fmla="*/ 4929609 w 4929609"/>
                <a:gd name="connsiteY3" fmla="*/ 2286539 h 4082631"/>
                <a:gd name="connsiteX4" fmla="*/ 4530440 w 4929609"/>
                <a:gd name="connsiteY4" fmla="*/ 3091502 h 4082631"/>
                <a:gd name="connsiteX5" fmla="*/ 4528625 w 4929609"/>
                <a:gd name="connsiteY5" fmla="*/ 3093317 h 4082631"/>
                <a:gd name="connsiteX6" fmla="*/ 4042652 w 4929609"/>
                <a:gd name="connsiteY6" fmla="*/ 4030828 h 4082631"/>
                <a:gd name="connsiteX7" fmla="*/ 1112034 w 4929609"/>
                <a:gd name="connsiteY7" fmla="*/ 4082631 h 4082631"/>
                <a:gd name="connsiteX8" fmla="*/ 1117473 w 4929609"/>
                <a:gd name="connsiteY8" fmla="*/ 4040903 h 4082631"/>
                <a:gd name="connsiteX9" fmla="*/ 909061 w 4929609"/>
                <a:gd name="connsiteY9" fmla="*/ 4034829 h 4082631"/>
                <a:gd name="connsiteX10" fmla="*/ 0 w 4929609"/>
                <a:gd name="connsiteY10" fmla="*/ 2333875 h 4082631"/>
                <a:gd name="connsiteX11" fmla="*/ 87753 w 4929609"/>
                <a:gd name="connsiteY11" fmla="*/ 2173768 h 4082631"/>
                <a:gd name="connsiteX12" fmla="*/ 1609904 w 4929609"/>
                <a:gd name="connsiteY12" fmla="*/ 65337 h 4082631"/>
                <a:gd name="connsiteX13" fmla="*/ 1841492 w 4929609"/>
                <a:gd name="connsiteY13" fmla="*/ 127 h 4082631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17473 w 4929609"/>
                <a:gd name="connsiteY8" fmla="*/ 4040903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26545 w 4929609"/>
                <a:gd name="connsiteY8" fmla="*/ 4024575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34829"/>
                <a:gd name="connsiteX1" fmla="*/ 3656626 w 4929609"/>
                <a:gd name="connsiteY1" fmla="*/ 2040190 h 4034829"/>
                <a:gd name="connsiteX2" fmla="*/ 4836319 w 4929609"/>
                <a:gd name="connsiteY2" fmla="*/ 2286990 h 4034829"/>
                <a:gd name="connsiteX3" fmla="*/ 4929609 w 4929609"/>
                <a:gd name="connsiteY3" fmla="*/ 2286539 h 4034829"/>
                <a:gd name="connsiteX4" fmla="*/ 4530440 w 4929609"/>
                <a:gd name="connsiteY4" fmla="*/ 3091502 h 4034829"/>
                <a:gd name="connsiteX5" fmla="*/ 4528625 w 4929609"/>
                <a:gd name="connsiteY5" fmla="*/ 3093317 h 4034829"/>
                <a:gd name="connsiteX6" fmla="*/ 4042652 w 4929609"/>
                <a:gd name="connsiteY6" fmla="*/ 4030828 h 4034829"/>
                <a:gd name="connsiteX7" fmla="*/ 1126549 w 4929609"/>
                <a:gd name="connsiteY7" fmla="*/ 4026388 h 4034829"/>
                <a:gd name="connsiteX8" fmla="*/ 1126545 w 4929609"/>
                <a:gd name="connsiteY8" fmla="*/ 4024575 h 4034829"/>
                <a:gd name="connsiteX9" fmla="*/ 909061 w 4929609"/>
                <a:gd name="connsiteY9" fmla="*/ 4034829 h 4034829"/>
                <a:gd name="connsiteX10" fmla="*/ 0 w 4929609"/>
                <a:gd name="connsiteY10" fmla="*/ 2333875 h 4034829"/>
                <a:gd name="connsiteX11" fmla="*/ 87753 w 4929609"/>
                <a:gd name="connsiteY11" fmla="*/ 2173768 h 4034829"/>
                <a:gd name="connsiteX12" fmla="*/ 1609904 w 4929609"/>
                <a:gd name="connsiteY12" fmla="*/ 65337 h 4034829"/>
                <a:gd name="connsiteX13" fmla="*/ 1841492 w 4929609"/>
                <a:gd name="connsiteY13" fmla="*/ 127 h 4034829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08835 w 4896952"/>
                <a:gd name="connsiteY0" fmla="*/ 127 h 4030828"/>
                <a:gd name="connsiteX1" fmla="*/ 3623969 w 4896952"/>
                <a:gd name="connsiteY1" fmla="*/ 2040190 h 4030828"/>
                <a:gd name="connsiteX2" fmla="*/ 4803662 w 4896952"/>
                <a:gd name="connsiteY2" fmla="*/ 2286990 h 4030828"/>
                <a:gd name="connsiteX3" fmla="*/ 4896952 w 4896952"/>
                <a:gd name="connsiteY3" fmla="*/ 2286539 h 4030828"/>
                <a:gd name="connsiteX4" fmla="*/ 4497783 w 4896952"/>
                <a:gd name="connsiteY4" fmla="*/ 3091502 h 4030828"/>
                <a:gd name="connsiteX5" fmla="*/ 4495968 w 4896952"/>
                <a:gd name="connsiteY5" fmla="*/ 3093317 h 4030828"/>
                <a:gd name="connsiteX6" fmla="*/ 4009995 w 4896952"/>
                <a:gd name="connsiteY6" fmla="*/ 4030828 h 4030828"/>
                <a:gd name="connsiteX7" fmla="*/ 1093892 w 4896952"/>
                <a:gd name="connsiteY7" fmla="*/ 4026388 h 4030828"/>
                <a:gd name="connsiteX8" fmla="*/ 1093888 w 4896952"/>
                <a:gd name="connsiteY8" fmla="*/ 4024575 h 4030828"/>
                <a:gd name="connsiteX9" fmla="*/ 898176 w 4896952"/>
                <a:gd name="connsiteY9" fmla="*/ 4007615 h 4030828"/>
                <a:gd name="connsiteX10" fmla="*/ 0 w 4896952"/>
                <a:gd name="connsiteY10" fmla="*/ 2286703 h 4030828"/>
                <a:gd name="connsiteX11" fmla="*/ 55096 w 4896952"/>
                <a:gd name="connsiteY11" fmla="*/ 2173768 h 4030828"/>
                <a:gd name="connsiteX12" fmla="*/ 1577247 w 4896952"/>
                <a:gd name="connsiteY12" fmla="*/ 65337 h 4030828"/>
                <a:gd name="connsiteX13" fmla="*/ 1808835 w 4896952"/>
                <a:gd name="connsiteY13" fmla="*/ 127 h 4030828"/>
                <a:gd name="connsiteX0" fmla="*/ 1808835 w 4896952"/>
                <a:gd name="connsiteY0" fmla="*/ 132 h 4030833"/>
                <a:gd name="connsiteX1" fmla="*/ 2055145 w 4896952"/>
                <a:gd name="connsiteY1" fmla="*/ 1977442 h 4030833"/>
                <a:gd name="connsiteX2" fmla="*/ 4803662 w 4896952"/>
                <a:gd name="connsiteY2" fmla="*/ 2286995 h 4030833"/>
                <a:gd name="connsiteX3" fmla="*/ 4896952 w 4896952"/>
                <a:gd name="connsiteY3" fmla="*/ 2286544 h 4030833"/>
                <a:gd name="connsiteX4" fmla="*/ 4497783 w 4896952"/>
                <a:gd name="connsiteY4" fmla="*/ 3091507 h 4030833"/>
                <a:gd name="connsiteX5" fmla="*/ 4495968 w 4896952"/>
                <a:gd name="connsiteY5" fmla="*/ 3093322 h 4030833"/>
                <a:gd name="connsiteX6" fmla="*/ 4009995 w 4896952"/>
                <a:gd name="connsiteY6" fmla="*/ 4030833 h 4030833"/>
                <a:gd name="connsiteX7" fmla="*/ 1093892 w 4896952"/>
                <a:gd name="connsiteY7" fmla="*/ 4026393 h 4030833"/>
                <a:gd name="connsiteX8" fmla="*/ 1093888 w 4896952"/>
                <a:gd name="connsiteY8" fmla="*/ 4024580 h 4030833"/>
                <a:gd name="connsiteX9" fmla="*/ 898176 w 4896952"/>
                <a:gd name="connsiteY9" fmla="*/ 4007620 h 4030833"/>
                <a:gd name="connsiteX10" fmla="*/ 0 w 4896952"/>
                <a:gd name="connsiteY10" fmla="*/ 2286708 h 4030833"/>
                <a:gd name="connsiteX11" fmla="*/ 55096 w 4896952"/>
                <a:gd name="connsiteY11" fmla="*/ 2173773 h 4030833"/>
                <a:gd name="connsiteX12" fmla="*/ 1577247 w 4896952"/>
                <a:gd name="connsiteY12" fmla="*/ 65342 h 4030833"/>
                <a:gd name="connsiteX13" fmla="*/ 1808835 w 4896952"/>
                <a:gd name="connsiteY13" fmla="*/ 132 h 4030833"/>
                <a:gd name="connsiteX0" fmla="*/ 2131565 w 4896952"/>
                <a:gd name="connsiteY0" fmla="*/ 133 h 4080140"/>
                <a:gd name="connsiteX1" fmla="*/ 2055145 w 4896952"/>
                <a:gd name="connsiteY1" fmla="*/ 2026749 h 4080140"/>
                <a:gd name="connsiteX2" fmla="*/ 4803662 w 4896952"/>
                <a:gd name="connsiteY2" fmla="*/ 2336302 h 4080140"/>
                <a:gd name="connsiteX3" fmla="*/ 4896952 w 4896952"/>
                <a:gd name="connsiteY3" fmla="*/ 2335851 h 4080140"/>
                <a:gd name="connsiteX4" fmla="*/ 4497783 w 4896952"/>
                <a:gd name="connsiteY4" fmla="*/ 3140814 h 4080140"/>
                <a:gd name="connsiteX5" fmla="*/ 4495968 w 4896952"/>
                <a:gd name="connsiteY5" fmla="*/ 3142629 h 4080140"/>
                <a:gd name="connsiteX6" fmla="*/ 4009995 w 4896952"/>
                <a:gd name="connsiteY6" fmla="*/ 4080140 h 4080140"/>
                <a:gd name="connsiteX7" fmla="*/ 1093892 w 4896952"/>
                <a:gd name="connsiteY7" fmla="*/ 4075700 h 4080140"/>
                <a:gd name="connsiteX8" fmla="*/ 1093888 w 4896952"/>
                <a:gd name="connsiteY8" fmla="*/ 4073887 h 4080140"/>
                <a:gd name="connsiteX9" fmla="*/ 898176 w 4896952"/>
                <a:gd name="connsiteY9" fmla="*/ 4056927 h 4080140"/>
                <a:gd name="connsiteX10" fmla="*/ 0 w 4896952"/>
                <a:gd name="connsiteY10" fmla="*/ 2336015 h 4080140"/>
                <a:gd name="connsiteX11" fmla="*/ 55096 w 4896952"/>
                <a:gd name="connsiteY11" fmla="*/ 2223080 h 4080140"/>
                <a:gd name="connsiteX12" fmla="*/ 1577247 w 4896952"/>
                <a:gd name="connsiteY12" fmla="*/ 114649 h 4080140"/>
                <a:gd name="connsiteX13" fmla="*/ 2131565 w 4896952"/>
                <a:gd name="connsiteY13" fmla="*/ 133 h 4080140"/>
                <a:gd name="connsiteX0" fmla="*/ 2131565 w 4896952"/>
                <a:gd name="connsiteY0" fmla="*/ 138 h 4080145"/>
                <a:gd name="connsiteX1" fmla="*/ 1651733 w 4896952"/>
                <a:gd name="connsiteY1" fmla="*/ 1977448 h 4080145"/>
                <a:gd name="connsiteX2" fmla="*/ 4803662 w 4896952"/>
                <a:gd name="connsiteY2" fmla="*/ 2336307 h 4080145"/>
                <a:gd name="connsiteX3" fmla="*/ 4896952 w 4896952"/>
                <a:gd name="connsiteY3" fmla="*/ 2335856 h 4080145"/>
                <a:gd name="connsiteX4" fmla="*/ 4497783 w 4896952"/>
                <a:gd name="connsiteY4" fmla="*/ 3140819 h 4080145"/>
                <a:gd name="connsiteX5" fmla="*/ 4495968 w 4896952"/>
                <a:gd name="connsiteY5" fmla="*/ 3142634 h 4080145"/>
                <a:gd name="connsiteX6" fmla="*/ 4009995 w 4896952"/>
                <a:gd name="connsiteY6" fmla="*/ 4080145 h 4080145"/>
                <a:gd name="connsiteX7" fmla="*/ 1093892 w 4896952"/>
                <a:gd name="connsiteY7" fmla="*/ 4075705 h 4080145"/>
                <a:gd name="connsiteX8" fmla="*/ 1093888 w 4896952"/>
                <a:gd name="connsiteY8" fmla="*/ 4073892 h 4080145"/>
                <a:gd name="connsiteX9" fmla="*/ 898176 w 4896952"/>
                <a:gd name="connsiteY9" fmla="*/ 4056932 h 4080145"/>
                <a:gd name="connsiteX10" fmla="*/ 0 w 4896952"/>
                <a:gd name="connsiteY10" fmla="*/ 2336020 h 4080145"/>
                <a:gd name="connsiteX11" fmla="*/ 55096 w 4896952"/>
                <a:gd name="connsiteY11" fmla="*/ 2223085 h 4080145"/>
                <a:gd name="connsiteX12" fmla="*/ 1577247 w 4896952"/>
                <a:gd name="connsiteY12" fmla="*/ 114654 h 4080145"/>
                <a:gd name="connsiteX13" fmla="*/ 2131565 w 4896952"/>
                <a:gd name="connsiteY13" fmla="*/ 138 h 4080145"/>
                <a:gd name="connsiteX0" fmla="*/ 2508083 w 4896952"/>
                <a:gd name="connsiteY0" fmla="*/ 78910 h 3975141"/>
                <a:gd name="connsiteX1" fmla="*/ 1651733 w 4896952"/>
                <a:gd name="connsiteY1" fmla="*/ 1872444 h 3975141"/>
                <a:gd name="connsiteX2" fmla="*/ 4803662 w 4896952"/>
                <a:gd name="connsiteY2" fmla="*/ 2231303 h 3975141"/>
                <a:gd name="connsiteX3" fmla="*/ 4896952 w 4896952"/>
                <a:gd name="connsiteY3" fmla="*/ 2230852 h 3975141"/>
                <a:gd name="connsiteX4" fmla="*/ 4497783 w 4896952"/>
                <a:gd name="connsiteY4" fmla="*/ 3035815 h 3975141"/>
                <a:gd name="connsiteX5" fmla="*/ 4495968 w 4896952"/>
                <a:gd name="connsiteY5" fmla="*/ 3037630 h 3975141"/>
                <a:gd name="connsiteX6" fmla="*/ 4009995 w 4896952"/>
                <a:gd name="connsiteY6" fmla="*/ 3975141 h 3975141"/>
                <a:gd name="connsiteX7" fmla="*/ 1093892 w 4896952"/>
                <a:gd name="connsiteY7" fmla="*/ 3970701 h 3975141"/>
                <a:gd name="connsiteX8" fmla="*/ 1093888 w 4896952"/>
                <a:gd name="connsiteY8" fmla="*/ 3968888 h 3975141"/>
                <a:gd name="connsiteX9" fmla="*/ 898176 w 4896952"/>
                <a:gd name="connsiteY9" fmla="*/ 3951928 h 3975141"/>
                <a:gd name="connsiteX10" fmla="*/ 0 w 4896952"/>
                <a:gd name="connsiteY10" fmla="*/ 2231016 h 3975141"/>
                <a:gd name="connsiteX11" fmla="*/ 55096 w 4896952"/>
                <a:gd name="connsiteY11" fmla="*/ 2118081 h 3975141"/>
                <a:gd name="connsiteX12" fmla="*/ 1577247 w 4896952"/>
                <a:gd name="connsiteY12" fmla="*/ 9650 h 3975141"/>
                <a:gd name="connsiteX13" fmla="*/ 2508083 w 4896952"/>
                <a:gd name="connsiteY13" fmla="*/ 78910 h 3975141"/>
                <a:gd name="connsiteX0" fmla="*/ 2508083 w 4896952"/>
                <a:gd name="connsiteY0" fmla="*/ 153 h 3896384"/>
                <a:gd name="connsiteX1" fmla="*/ 1651733 w 4896952"/>
                <a:gd name="connsiteY1" fmla="*/ 1793687 h 3896384"/>
                <a:gd name="connsiteX2" fmla="*/ 4803662 w 4896952"/>
                <a:gd name="connsiteY2" fmla="*/ 2152546 h 3896384"/>
                <a:gd name="connsiteX3" fmla="*/ 4896952 w 4896952"/>
                <a:gd name="connsiteY3" fmla="*/ 2152095 h 3896384"/>
                <a:gd name="connsiteX4" fmla="*/ 4497783 w 4896952"/>
                <a:gd name="connsiteY4" fmla="*/ 2957058 h 3896384"/>
                <a:gd name="connsiteX5" fmla="*/ 4495968 w 4896952"/>
                <a:gd name="connsiteY5" fmla="*/ 2958873 h 3896384"/>
                <a:gd name="connsiteX6" fmla="*/ 4009995 w 4896952"/>
                <a:gd name="connsiteY6" fmla="*/ 3896384 h 3896384"/>
                <a:gd name="connsiteX7" fmla="*/ 1093892 w 4896952"/>
                <a:gd name="connsiteY7" fmla="*/ 3891944 h 3896384"/>
                <a:gd name="connsiteX8" fmla="*/ 1093888 w 4896952"/>
                <a:gd name="connsiteY8" fmla="*/ 3890131 h 3896384"/>
                <a:gd name="connsiteX9" fmla="*/ 898176 w 4896952"/>
                <a:gd name="connsiteY9" fmla="*/ 3873171 h 3896384"/>
                <a:gd name="connsiteX10" fmla="*/ 0 w 4896952"/>
                <a:gd name="connsiteY10" fmla="*/ 2152259 h 3896384"/>
                <a:gd name="connsiteX11" fmla="*/ 55096 w 4896952"/>
                <a:gd name="connsiteY11" fmla="*/ 2039324 h 3896384"/>
                <a:gd name="connsiteX12" fmla="*/ 1218659 w 4896952"/>
                <a:gd name="connsiteY12" fmla="*/ 464293 h 3896384"/>
                <a:gd name="connsiteX13" fmla="*/ 2508083 w 4896952"/>
                <a:gd name="connsiteY13" fmla="*/ 153 h 3896384"/>
                <a:gd name="connsiteX0" fmla="*/ 2508083 w 4896952"/>
                <a:gd name="connsiteY0" fmla="*/ 153 h 3896384"/>
                <a:gd name="connsiteX1" fmla="*/ 1651733 w 4896952"/>
                <a:gd name="connsiteY1" fmla="*/ 1793687 h 3896384"/>
                <a:gd name="connsiteX2" fmla="*/ 4803662 w 4896952"/>
                <a:gd name="connsiteY2" fmla="*/ 2152546 h 3896384"/>
                <a:gd name="connsiteX3" fmla="*/ 4896952 w 4896952"/>
                <a:gd name="connsiteY3" fmla="*/ 2152095 h 3896384"/>
                <a:gd name="connsiteX4" fmla="*/ 4497783 w 4896952"/>
                <a:gd name="connsiteY4" fmla="*/ 2957058 h 3896384"/>
                <a:gd name="connsiteX5" fmla="*/ 4495968 w 4896952"/>
                <a:gd name="connsiteY5" fmla="*/ 2958873 h 3896384"/>
                <a:gd name="connsiteX6" fmla="*/ 4009995 w 4896952"/>
                <a:gd name="connsiteY6" fmla="*/ 3896384 h 3896384"/>
                <a:gd name="connsiteX7" fmla="*/ 1093892 w 4896952"/>
                <a:gd name="connsiteY7" fmla="*/ 3891944 h 3896384"/>
                <a:gd name="connsiteX8" fmla="*/ 1093888 w 4896952"/>
                <a:gd name="connsiteY8" fmla="*/ 3890131 h 3896384"/>
                <a:gd name="connsiteX9" fmla="*/ 898176 w 4896952"/>
                <a:gd name="connsiteY9" fmla="*/ 3873171 h 3896384"/>
                <a:gd name="connsiteX10" fmla="*/ 0 w 4896952"/>
                <a:gd name="connsiteY10" fmla="*/ 2152259 h 3896384"/>
                <a:gd name="connsiteX11" fmla="*/ 55096 w 4896952"/>
                <a:gd name="connsiteY11" fmla="*/ 2039324 h 3896384"/>
                <a:gd name="connsiteX12" fmla="*/ 1218659 w 4896952"/>
                <a:gd name="connsiteY12" fmla="*/ 464293 h 3896384"/>
                <a:gd name="connsiteX13" fmla="*/ 2508083 w 4896952"/>
                <a:gd name="connsiteY13" fmla="*/ 153 h 3896384"/>
                <a:gd name="connsiteX0" fmla="*/ 2508083 w 4896952"/>
                <a:gd name="connsiteY0" fmla="*/ 182 h 3896413"/>
                <a:gd name="connsiteX1" fmla="*/ 1167639 w 4896952"/>
                <a:gd name="connsiteY1" fmla="*/ 1551669 h 3896413"/>
                <a:gd name="connsiteX2" fmla="*/ 4803662 w 4896952"/>
                <a:gd name="connsiteY2" fmla="*/ 2152575 h 3896413"/>
                <a:gd name="connsiteX3" fmla="*/ 4896952 w 4896952"/>
                <a:gd name="connsiteY3" fmla="*/ 2152124 h 3896413"/>
                <a:gd name="connsiteX4" fmla="*/ 4497783 w 4896952"/>
                <a:gd name="connsiteY4" fmla="*/ 2957087 h 3896413"/>
                <a:gd name="connsiteX5" fmla="*/ 4495968 w 4896952"/>
                <a:gd name="connsiteY5" fmla="*/ 2958902 h 3896413"/>
                <a:gd name="connsiteX6" fmla="*/ 4009995 w 4896952"/>
                <a:gd name="connsiteY6" fmla="*/ 3896413 h 3896413"/>
                <a:gd name="connsiteX7" fmla="*/ 1093892 w 4896952"/>
                <a:gd name="connsiteY7" fmla="*/ 3891973 h 3896413"/>
                <a:gd name="connsiteX8" fmla="*/ 1093888 w 4896952"/>
                <a:gd name="connsiteY8" fmla="*/ 3890160 h 3896413"/>
                <a:gd name="connsiteX9" fmla="*/ 898176 w 4896952"/>
                <a:gd name="connsiteY9" fmla="*/ 3873200 h 3896413"/>
                <a:gd name="connsiteX10" fmla="*/ 0 w 4896952"/>
                <a:gd name="connsiteY10" fmla="*/ 2152288 h 3896413"/>
                <a:gd name="connsiteX11" fmla="*/ 55096 w 4896952"/>
                <a:gd name="connsiteY11" fmla="*/ 2039353 h 3896413"/>
                <a:gd name="connsiteX12" fmla="*/ 1218659 w 4896952"/>
                <a:gd name="connsiteY12" fmla="*/ 464322 h 3896413"/>
                <a:gd name="connsiteX13" fmla="*/ 2508083 w 4896952"/>
                <a:gd name="connsiteY13" fmla="*/ 182 h 3896413"/>
                <a:gd name="connsiteX0" fmla="*/ 2647036 w 4896952"/>
                <a:gd name="connsiteY0" fmla="*/ 229 h 3600624"/>
                <a:gd name="connsiteX1" fmla="*/ 1167639 w 4896952"/>
                <a:gd name="connsiteY1" fmla="*/ 1255880 h 3600624"/>
                <a:gd name="connsiteX2" fmla="*/ 4803662 w 4896952"/>
                <a:gd name="connsiteY2" fmla="*/ 1856786 h 3600624"/>
                <a:gd name="connsiteX3" fmla="*/ 4896952 w 4896952"/>
                <a:gd name="connsiteY3" fmla="*/ 1856335 h 3600624"/>
                <a:gd name="connsiteX4" fmla="*/ 4497783 w 4896952"/>
                <a:gd name="connsiteY4" fmla="*/ 2661298 h 3600624"/>
                <a:gd name="connsiteX5" fmla="*/ 4495968 w 4896952"/>
                <a:gd name="connsiteY5" fmla="*/ 2663113 h 3600624"/>
                <a:gd name="connsiteX6" fmla="*/ 4009995 w 4896952"/>
                <a:gd name="connsiteY6" fmla="*/ 3600624 h 3600624"/>
                <a:gd name="connsiteX7" fmla="*/ 1093892 w 4896952"/>
                <a:gd name="connsiteY7" fmla="*/ 3596184 h 3600624"/>
                <a:gd name="connsiteX8" fmla="*/ 1093888 w 4896952"/>
                <a:gd name="connsiteY8" fmla="*/ 3594371 h 3600624"/>
                <a:gd name="connsiteX9" fmla="*/ 898176 w 4896952"/>
                <a:gd name="connsiteY9" fmla="*/ 3577411 h 3600624"/>
                <a:gd name="connsiteX10" fmla="*/ 0 w 4896952"/>
                <a:gd name="connsiteY10" fmla="*/ 1856499 h 3600624"/>
                <a:gd name="connsiteX11" fmla="*/ 55096 w 4896952"/>
                <a:gd name="connsiteY11" fmla="*/ 1743564 h 3600624"/>
                <a:gd name="connsiteX12" fmla="*/ 1218659 w 4896952"/>
                <a:gd name="connsiteY12" fmla="*/ 168533 h 3600624"/>
                <a:gd name="connsiteX13" fmla="*/ 2647036 w 4896952"/>
                <a:gd name="connsiteY13" fmla="*/ 229 h 3600624"/>
                <a:gd name="connsiteX0" fmla="*/ 2647036 w 4896952"/>
                <a:gd name="connsiteY0" fmla="*/ 281353 h 3881748"/>
                <a:gd name="connsiteX1" fmla="*/ 1167639 w 4896952"/>
                <a:gd name="connsiteY1" fmla="*/ 1537004 h 3881748"/>
                <a:gd name="connsiteX2" fmla="*/ 4803662 w 4896952"/>
                <a:gd name="connsiteY2" fmla="*/ 2137910 h 3881748"/>
                <a:gd name="connsiteX3" fmla="*/ 4896952 w 4896952"/>
                <a:gd name="connsiteY3" fmla="*/ 2137459 h 3881748"/>
                <a:gd name="connsiteX4" fmla="*/ 4497783 w 4896952"/>
                <a:gd name="connsiteY4" fmla="*/ 2942422 h 3881748"/>
                <a:gd name="connsiteX5" fmla="*/ 4495968 w 4896952"/>
                <a:gd name="connsiteY5" fmla="*/ 2944237 h 3881748"/>
                <a:gd name="connsiteX6" fmla="*/ 4009995 w 4896952"/>
                <a:gd name="connsiteY6" fmla="*/ 3881748 h 3881748"/>
                <a:gd name="connsiteX7" fmla="*/ 1093892 w 4896952"/>
                <a:gd name="connsiteY7" fmla="*/ 3877308 h 3881748"/>
                <a:gd name="connsiteX8" fmla="*/ 1093888 w 4896952"/>
                <a:gd name="connsiteY8" fmla="*/ 3875495 h 3881748"/>
                <a:gd name="connsiteX9" fmla="*/ 898176 w 4896952"/>
                <a:gd name="connsiteY9" fmla="*/ 3858535 h 3881748"/>
                <a:gd name="connsiteX10" fmla="*/ 0 w 4896952"/>
                <a:gd name="connsiteY10" fmla="*/ 2137623 h 3881748"/>
                <a:gd name="connsiteX11" fmla="*/ 55096 w 4896952"/>
                <a:gd name="connsiteY11" fmla="*/ 2024688 h 3881748"/>
                <a:gd name="connsiteX12" fmla="*/ 1218659 w 4896952"/>
                <a:gd name="connsiteY12" fmla="*/ 449657 h 3881748"/>
                <a:gd name="connsiteX13" fmla="*/ 2647036 w 4896952"/>
                <a:gd name="connsiteY13" fmla="*/ 281353 h 3881748"/>
                <a:gd name="connsiteX0" fmla="*/ 2647036 w 4896952"/>
                <a:gd name="connsiteY0" fmla="*/ 281353 h 3881748"/>
                <a:gd name="connsiteX1" fmla="*/ 1167639 w 4896952"/>
                <a:gd name="connsiteY1" fmla="*/ 1537004 h 3881748"/>
                <a:gd name="connsiteX2" fmla="*/ 4803662 w 4896952"/>
                <a:gd name="connsiteY2" fmla="*/ 2137910 h 3881748"/>
                <a:gd name="connsiteX3" fmla="*/ 4896952 w 4896952"/>
                <a:gd name="connsiteY3" fmla="*/ 2137459 h 3881748"/>
                <a:gd name="connsiteX4" fmla="*/ 4497783 w 4896952"/>
                <a:gd name="connsiteY4" fmla="*/ 2942422 h 3881748"/>
                <a:gd name="connsiteX5" fmla="*/ 4495968 w 4896952"/>
                <a:gd name="connsiteY5" fmla="*/ 2944237 h 3881748"/>
                <a:gd name="connsiteX6" fmla="*/ 4009995 w 4896952"/>
                <a:gd name="connsiteY6" fmla="*/ 3881748 h 3881748"/>
                <a:gd name="connsiteX7" fmla="*/ 1093892 w 4896952"/>
                <a:gd name="connsiteY7" fmla="*/ 3877308 h 3881748"/>
                <a:gd name="connsiteX8" fmla="*/ 1093888 w 4896952"/>
                <a:gd name="connsiteY8" fmla="*/ 3875495 h 3881748"/>
                <a:gd name="connsiteX9" fmla="*/ 898176 w 4896952"/>
                <a:gd name="connsiteY9" fmla="*/ 3858535 h 3881748"/>
                <a:gd name="connsiteX10" fmla="*/ 0 w 4896952"/>
                <a:gd name="connsiteY10" fmla="*/ 2137623 h 3881748"/>
                <a:gd name="connsiteX11" fmla="*/ 55096 w 4896952"/>
                <a:gd name="connsiteY11" fmla="*/ 2024688 h 3881748"/>
                <a:gd name="connsiteX12" fmla="*/ 1218659 w 4896952"/>
                <a:gd name="connsiteY12" fmla="*/ 449657 h 3881748"/>
                <a:gd name="connsiteX13" fmla="*/ 2647036 w 4896952"/>
                <a:gd name="connsiteY13" fmla="*/ 281353 h 3881748"/>
                <a:gd name="connsiteX0" fmla="*/ 2647036 w 4896952"/>
                <a:gd name="connsiteY0" fmla="*/ 217330 h 3817725"/>
                <a:gd name="connsiteX1" fmla="*/ 1167639 w 4896952"/>
                <a:gd name="connsiteY1" fmla="*/ 1472981 h 3817725"/>
                <a:gd name="connsiteX2" fmla="*/ 4803662 w 4896952"/>
                <a:gd name="connsiteY2" fmla="*/ 2073887 h 3817725"/>
                <a:gd name="connsiteX3" fmla="*/ 4896952 w 4896952"/>
                <a:gd name="connsiteY3" fmla="*/ 2073436 h 3817725"/>
                <a:gd name="connsiteX4" fmla="*/ 4497783 w 4896952"/>
                <a:gd name="connsiteY4" fmla="*/ 2878399 h 3817725"/>
                <a:gd name="connsiteX5" fmla="*/ 4495968 w 4896952"/>
                <a:gd name="connsiteY5" fmla="*/ 2880214 h 3817725"/>
                <a:gd name="connsiteX6" fmla="*/ 4009995 w 4896952"/>
                <a:gd name="connsiteY6" fmla="*/ 3817725 h 3817725"/>
                <a:gd name="connsiteX7" fmla="*/ 1093892 w 4896952"/>
                <a:gd name="connsiteY7" fmla="*/ 3813285 h 3817725"/>
                <a:gd name="connsiteX8" fmla="*/ 1093888 w 4896952"/>
                <a:gd name="connsiteY8" fmla="*/ 3811472 h 3817725"/>
                <a:gd name="connsiteX9" fmla="*/ 898176 w 4896952"/>
                <a:gd name="connsiteY9" fmla="*/ 3794512 h 3817725"/>
                <a:gd name="connsiteX10" fmla="*/ 0 w 4896952"/>
                <a:gd name="connsiteY10" fmla="*/ 2073600 h 3817725"/>
                <a:gd name="connsiteX11" fmla="*/ 55096 w 4896952"/>
                <a:gd name="connsiteY11" fmla="*/ 1960665 h 3817725"/>
                <a:gd name="connsiteX12" fmla="*/ 1218659 w 4896952"/>
                <a:gd name="connsiteY12" fmla="*/ 385634 h 3817725"/>
                <a:gd name="connsiteX13" fmla="*/ 2572410 w 4896952"/>
                <a:gd name="connsiteY13" fmla="*/ 14596 h 3817725"/>
                <a:gd name="connsiteX14" fmla="*/ 2647036 w 4896952"/>
                <a:gd name="connsiteY14" fmla="*/ 217330 h 3817725"/>
                <a:gd name="connsiteX0" fmla="*/ 2647036 w 4896952"/>
                <a:gd name="connsiteY0" fmla="*/ 464888 h 4065283"/>
                <a:gd name="connsiteX1" fmla="*/ 1167639 w 4896952"/>
                <a:gd name="connsiteY1" fmla="*/ 1720539 h 4065283"/>
                <a:gd name="connsiteX2" fmla="*/ 4803662 w 4896952"/>
                <a:gd name="connsiteY2" fmla="*/ 2321445 h 4065283"/>
                <a:gd name="connsiteX3" fmla="*/ 4896952 w 4896952"/>
                <a:gd name="connsiteY3" fmla="*/ 2320994 h 4065283"/>
                <a:gd name="connsiteX4" fmla="*/ 4497783 w 4896952"/>
                <a:gd name="connsiteY4" fmla="*/ 3125957 h 4065283"/>
                <a:gd name="connsiteX5" fmla="*/ 4495968 w 4896952"/>
                <a:gd name="connsiteY5" fmla="*/ 3127772 h 4065283"/>
                <a:gd name="connsiteX6" fmla="*/ 4009995 w 4896952"/>
                <a:gd name="connsiteY6" fmla="*/ 4065283 h 4065283"/>
                <a:gd name="connsiteX7" fmla="*/ 1093892 w 4896952"/>
                <a:gd name="connsiteY7" fmla="*/ 4060843 h 4065283"/>
                <a:gd name="connsiteX8" fmla="*/ 1093888 w 4896952"/>
                <a:gd name="connsiteY8" fmla="*/ 4059030 h 4065283"/>
                <a:gd name="connsiteX9" fmla="*/ 898176 w 4896952"/>
                <a:gd name="connsiteY9" fmla="*/ 4042070 h 4065283"/>
                <a:gd name="connsiteX10" fmla="*/ 0 w 4896952"/>
                <a:gd name="connsiteY10" fmla="*/ 2321158 h 4065283"/>
                <a:gd name="connsiteX11" fmla="*/ 55096 w 4896952"/>
                <a:gd name="connsiteY11" fmla="*/ 2208223 h 4065283"/>
                <a:gd name="connsiteX12" fmla="*/ 1218659 w 4896952"/>
                <a:gd name="connsiteY12" fmla="*/ 633192 h 4065283"/>
                <a:gd name="connsiteX13" fmla="*/ 2186928 w 4896952"/>
                <a:gd name="connsiteY13" fmla="*/ 2178 h 4065283"/>
                <a:gd name="connsiteX14" fmla="*/ 2647036 w 4896952"/>
                <a:gd name="connsiteY14" fmla="*/ 464888 h 4065283"/>
                <a:gd name="connsiteX0" fmla="*/ 2647036 w 4896952"/>
                <a:gd name="connsiteY0" fmla="*/ 474061 h 4074456"/>
                <a:gd name="connsiteX1" fmla="*/ 1167639 w 4896952"/>
                <a:gd name="connsiteY1" fmla="*/ 1729712 h 4074456"/>
                <a:gd name="connsiteX2" fmla="*/ 4803662 w 4896952"/>
                <a:gd name="connsiteY2" fmla="*/ 2330618 h 4074456"/>
                <a:gd name="connsiteX3" fmla="*/ 4896952 w 4896952"/>
                <a:gd name="connsiteY3" fmla="*/ 2330167 h 4074456"/>
                <a:gd name="connsiteX4" fmla="*/ 4497783 w 4896952"/>
                <a:gd name="connsiteY4" fmla="*/ 3135130 h 4074456"/>
                <a:gd name="connsiteX5" fmla="*/ 4495968 w 4896952"/>
                <a:gd name="connsiteY5" fmla="*/ 3136945 h 4074456"/>
                <a:gd name="connsiteX6" fmla="*/ 4009995 w 4896952"/>
                <a:gd name="connsiteY6" fmla="*/ 4074456 h 4074456"/>
                <a:gd name="connsiteX7" fmla="*/ 1093892 w 4896952"/>
                <a:gd name="connsiteY7" fmla="*/ 4070016 h 4074456"/>
                <a:gd name="connsiteX8" fmla="*/ 1093888 w 4896952"/>
                <a:gd name="connsiteY8" fmla="*/ 4068203 h 4074456"/>
                <a:gd name="connsiteX9" fmla="*/ 898176 w 4896952"/>
                <a:gd name="connsiteY9" fmla="*/ 4051243 h 4074456"/>
                <a:gd name="connsiteX10" fmla="*/ 0 w 4896952"/>
                <a:gd name="connsiteY10" fmla="*/ 2330331 h 4074456"/>
                <a:gd name="connsiteX11" fmla="*/ 55096 w 4896952"/>
                <a:gd name="connsiteY11" fmla="*/ 2217396 h 4074456"/>
                <a:gd name="connsiteX12" fmla="*/ 1218659 w 4896952"/>
                <a:gd name="connsiteY12" fmla="*/ 642365 h 4074456"/>
                <a:gd name="connsiteX13" fmla="*/ 2186928 w 4896952"/>
                <a:gd name="connsiteY13" fmla="*/ 11351 h 4074456"/>
                <a:gd name="connsiteX14" fmla="*/ 2647036 w 4896952"/>
                <a:gd name="connsiteY14" fmla="*/ 474061 h 4074456"/>
                <a:gd name="connsiteX0" fmla="*/ 2736683 w 4896952"/>
                <a:gd name="connsiteY0" fmla="*/ 618663 h 4071140"/>
                <a:gd name="connsiteX1" fmla="*/ 1167639 w 4896952"/>
                <a:gd name="connsiteY1" fmla="*/ 1726396 h 4071140"/>
                <a:gd name="connsiteX2" fmla="*/ 4803662 w 4896952"/>
                <a:gd name="connsiteY2" fmla="*/ 2327302 h 4071140"/>
                <a:gd name="connsiteX3" fmla="*/ 4896952 w 4896952"/>
                <a:gd name="connsiteY3" fmla="*/ 2326851 h 4071140"/>
                <a:gd name="connsiteX4" fmla="*/ 4497783 w 4896952"/>
                <a:gd name="connsiteY4" fmla="*/ 3131814 h 4071140"/>
                <a:gd name="connsiteX5" fmla="*/ 4495968 w 4896952"/>
                <a:gd name="connsiteY5" fmla="*/ 3133629 h 4071140"/>
                <a:gd name="connsiteX6" fmla="*/ 4009995 w 4896952"/>
                <a:gd name="connsiteY6" fmla="*/ 4071140 h 4071140"/>
                <a:gd name="connsiteX7" fmla="*/ 1093892 w 4896952"/>
                <a:gd name="connsiteY7" fmla="*/ 4066700 h 4071140"/>
                <a:gd name="connsiteX8" fmla="*/ 1093888 w 4896952"/>
                <a:gd name="connsiteY8" fmla="*/ 4064887 h 4071140"/>
                <a:gd name="connsiteX9" fmla="*/ 898176 w 4896952"/>
                <a:gd name="connsiteY9" fmla="*/ 4047927 h 4071140"/>
                <a:gd name="connsiteX10" fmla="*/ 0 w 4896952"/>
                <a:gd name="connsiteY10" fmla="*/ 2327015 h 4071140"/>
                <a:gd name="connsiteX11" fmla="*/ 55096 w 4896952"/>
                <a:gd name="connsiteY11" fmla="*/ 2214080 h 4071140"/>
                <a:gd name="connsiteX12" fmla="*/ 1218659 w 4896952"/>
                <a:gd name="connsiteY12" fmla="*/ 639049 h 4071140"/>
                <a:gd name="connsiteX13" fmla="*/ 2186928 w 4896952"/>
                <a:gd name="connsiteY13" fmla="*/ 8035 h 4071140"/>
                <a:gd name="connsiteX14" fmla="*/ 2736683 w 4896952"/>
                <a:gd name="connsiteY14" fmla="*/ 618663 h 4071140"/>
                <a:gd name="connsiteX0" fmla="*/ 2736683 w 4896952"/>
                <a:gd name="connsiteY0" fmla="*/ 618663 h 4071140"/>
                <a:gd name="connsiteX1" fmla="*/ 1167639 w 4896952"/>
                <a:gd name="connsiteY1" fmla="*/ 1726396 h 4071140"/>
                <a:gd name="connsiteX2" fmla="*/ 4803662 w 4896952"/>
                <a:gd name="connsiteY2" fmla="*/ 2327302 h 4071140"/>
                <a:gd name="connsiteX3" fmla="*/ 4896952 w 4896952"/>
                <a:gd name="connsiteY3" fmla="*/ 2326851 h 4071140"/>
                <a:gd name="connsiteX4" fmla="*/ 4497783 w 4896952"/>
                <a:gd name="connsiteY4" fmla="*/ 3131814 h 4071140"/>
                <a:gd name="connsiteX5" fmla="*/ 4495968 w 4896952"/>
                <a:gd name="connsiteY5" fmla="*/ 3133629 h 4071140"/>
                <a:gd name="connsiteX6" fmla="*/ 4009995 w 4896952"/>
                <a:gd name="connsiteY6" fmla="*/ 4071140 h 4071140"/>
                <a:gd name="connsiteX7" fmla="*/ 1093892 w 4896952"/>
                <a:gd name="connsiteY7" fmla="*/ 4066700 h 4071140"/>
                <a:gd name="connsiteX8" fmla="*/ 1093888 w 4896952"/>
                <a:gd name="connsiteY8" fmla="*/ 4064887 h 4071140"/>
                <a:gd name="connsiteX9" fmla="*/ 898176 w 4896952"/>
                <a:gd name="connsiteY9" fmla="*/ 4047927 h 4071140"/>
                <a:gd name="connsiteX10" fmla="*/ 0 w 4896952"/>
                <a:gd name="connsiteY10" fmla="*/ 2327015 h 4071140"/>
                <a:gd name="connsiteX11" fmla="*/ 55096 w 4896952"/>
                <a:gd name="connsiteY11" fmla="*/ 2214080 h 4071140"/>
                <a:gd name="connsiteX12" fmla="*/ 1218659 w 4896952"/>
                <a:gd name="connsiteY12" fmla="*/ 639049 h 4071140"/>
                <a:gd name="connsiteX13" fmla="*/ 2186928 w 4896952"/>
                <a:gd name="connsiteY13" fmla="*/ 8035 h 4071140"/>
                <a:gd name="connsiteX14" fmla="*/ 2736683 w 4896952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382308 w 5224164"/>
                <a:gd name="connsiteY11" fmla="*/ 2214080 h 4071140"/>
                <a:gd name="connsiteX12" fmla="*/ 1545871 w 5224164"/>
                <a:gd name="connsiteY12" fmla="*/ 6390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545871 w 5224164"/>
                <a:gd name="connsiteY12" fmla="*/ 6390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47597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224164"/>
                <a:gd name="connsiteY0" fmla="*/ 618663 h 4071140"/>
                <a:gd name="connsiteX1" fmla="*/ 1494851 w 5224164"/>
                <a:gd name="connsiteY1" fmla="*/ 1726396 h 4071140"/>
                <a:gd name="connsiteX2" fmla="*/ 5130874 w 5224164"/>
                <a:gd name="connsiteY2" fmla="*/ 2327302 h 4071140"/>
                <a:gd name="connsiteX3" fmla="*/ 5224164 w 5224164"/>
                <a:gd name="connsiteY3" fmla="*/ 2326851 h 4071140"/>
                <a:gd name="connsiteX4" fmla="*/ 4824995 w 5224164"/>
                <a:gd name="connsiteY4" fmla="*/ 3131814 h 4071140"/>
                <a:gd name="connsiteX5" fmla="*/ 4823180 w 5224164"/>
                <a:gd name="connsiteY5" fmla="*/ 3133629 h 4071140"/>
                <a:gd name="connsiteX6" fmla="*/ 4337207 w 5224164"/>
                <a:gd name="connsiteY6" fmla="*/ 4071140 h 4071140"/>
                <a:gd name="connsiteX7" fmla="*/ 1421104 w 5224164"/>
                <a:gd name="connsiteY7" fmla="*/ 4066700 h 4071140"/>
                <a:gd name="connsiteX8" fmla="*/ 1421100 w 5224164"/>
                <a:gd name="connsiteY8" fmla="*/ 4064887 h 4071140"/>
                <a:gd name="connsiteX9" fmla="*/ 1225388 w 5224164"/>
                <a:gd name="connsiteY9" fmla="*/ 4047927 h 4071140"/>
                <a:gd name="connsiteX10" fmla="*/ 0 w 5224164"/>
                <a:gd name="connsiteY10" fmla="*/ 1739827 h 4071140"/>
                <a:gd name="connsiteX11" fmla="*/ 283696 w 5224164"/>
                <a:gd name="connsiteY11" fmla="*/ 1434150 h 4071140"/>
                <a:gd name="connsiteX12" fmla="*/ 1465189 w 5224164"/>
                <a:gd name="connsiteY12" fmla="*/ 410449 h 4071140"/>
                <a:gd name="connsiteX13" fmla="*/ 2514140 w 5224164"/>
                <a:gd name="connsiteY13" fmla="*/ 8035 h 4071140"/>
                <a:gd name="connsiteX14" fmla="*/ 3063895 w 5224164"/>
                <a:gd name="connsiteY14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5130874 w 5473084"/>
                <a:gd name="connsiteY2" fmla="*/ 2327302 h 4071140"/>
                <a:gd name="connsiteX3" fmla="*/ 5473084 w 5473084"/>
                <a:gd name="connsiteY3" fmla="*/ 2220171 h 4071140"/>
                <a:gd name="connsiteX4" fmla="*/ 4824995 w 5473084"/>
                <a:gd name="connsiteY4" fmla="*/ 3131814 h 4071140"/>
                <a:gd name="connsiteX5" fmla="*/ 4823180 w 5473084"/>
                <a:gd name="connsiteY5" fmla="*/ 3133629 h 4071140"/>
                <a:gd name="connsiteX6" fmla="*/ 4337207 w 5473084"/>
                <a:gd name="connsiteY6" fmla="*/ 4071140 h 4071140"/>
                <a:gd name="connsiteX7" fmla="*/ 1421104 w 5473084"/>
                <a:gd name="connsiteY7" fmla="*/ 4066700 h 4071140"/>
                <a:gd name="connsiteX8" fmla="*/ 1421100 w 5473084"/>
                <a:gd name="connsiteY8" fmla="*/ 4064887 h 4071140"/>
                <a:gd name="connsiteX9" fmla="*/ 1225388 w 5473084"/>
                <a:gd name="connsiteY9" fmla="*/ 4047927 h 4071140"/>
                <a:gd name="connsiteX10" fmla="*/ 0 w 5473084"/>
                <a:gd name="connsiteY10" fmla="*/ 1739827 h 4071140"/>
                <a:gd name="connsiteX11" fmla="*/ 283696 w 5473084"/>
                <a:gd name="connsiteY11" fmla="*/ 1434150 h 4071140"/>
                <a:gd name="connsiteX12" fmla="*/ 1465189 w 5473084"/>
                <a:gd name="connsiteY12" fmla="*/ 410449 h 4071140"/>
                <a:gd name="connsiteX13" fmla="*/ 2514140 w 5473084"/>
                <a:gd name="connsiteY13" fmla="*/ 8035 h 4071140"/>
                <a:gd name="connsiteX14" fmla="*/ 3063895 w 5473084"/>
                <a:gd name="connsiteY14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5130874 w 5473084"/>
                <a:gd name="connsiteY2" fmla="*/ 2327302 h 4071140"/>
                <a:gd name="connsiteX3" fmla="*/ 5473084 w 5473084"/>
                <a:gd name="connsiteY3" fmla="*/ 2220171 h 4071140"/>
                <a:gd name="connsiteX4" fmla="*/ 4824995 w 5473084"/>
                <a:gd name="connsiteY4" fmla="*/ 3131814 h 4071140"/>
                <a:gd name="connsiteX5" fmla="*/ 5463260 w 5473084"/>
                <a:gd name="connsiteY5" fmla="*/ 2925349 h 4071140"/>
                <a:gd name="connsiteX6" fmla="*/ 4337207 w 5473084"/>
                <a:gd name="connsiteY6" fmla="*/ 4071140 h 4071140"/>
                <a:gd name="connsiteX7" fmla="*/ 1421104 w 5473084"/>
                <a:gd name="connsiteY7" fmla="*/ 4066700 h 4071140"/>
                <a:gd name="connsiteX8" fmla="*/ 1421100 w 5473084"/>
                <a:gd name="connsiteY8" fmla="*/ 4064887 h 4071140"/>
                <a:gd name="connsiteX9" fmla="*/ 1225388 w 5473084"/>
                <a:gd name="connsiteY9" fmla="*/ 4047927 h 4071140"/>
                <a:gd name="connsiteX10" fmla="*/ 0 w 5473084"/>
                <a:gd name="connsiteY10" fmla="*/ 1739827 h 4071140"/>
                <a:gd name="connsiteX11" fmla="*/ 283696 w 5473084"/>
                <a:gd name="connsiteY11" fmla="*/ 1434150 h 4071140"/>
                <a:gd name="connsiteX12" fmla="*/ 1465189 w 5473084"/>
                <a:gd name="connsiteY12" fmla="*/ 410449 h 4071140"/>
                <a:gd name="connsiteX13" fmla="*/ 2514140 w 5473084"/>
                <a:gd name="connsiteY13" fmla="*/ 8035 h 4071140"/>
                <a:gd name="connsiteX14" fmla="*/ 3063895 w 5473084"/>
                <a:gd name="connsiteY14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5130874 w 5473084"/>
                <a:gd name="connsiteY2" fmla="*/ 232730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71140"/>
                <a:gd name="connsiteX1" fmla="*/ 1494851 w 5473084"/>
                <a:gd name="connsiteY1" fmla="*/ 1726396 h 4071140"/>
                <a:gd name="connsiteX2" fmla="*/ 4805754 w 5473084"/>
                <a:gd name="connsiteY2" fmla="*/ 2398422 h 4071140"/>
                <a:gd name="connsiteX3" fmla="*/ 5473084 w 5473084"/>
                <a:gd name="connsiteY3" fmla="*/ 2220171 h 4071140"/>
                <a:gd name="connsiteX4" fmla="*/ 5463260 w 5473084"/>
                <a:gd name="connsiteY4" fmla="*/ 2925349 h 4071140"/>
                <a:gd name="connsiteX5" fmla="*/ 4337207 w 5473084"/>
                <a:gd name="connsiteY5" fmla="*/ 4071140 h 4071140"/>
                <a:gd name="connsiteX6" fmla="*/ 1421104 w 5473084"/>
                <a:gd name="connsiteY6" fmla="*/ 4066700 h 4071140"/>
                <a:gd name="connsiteX7" fmla="*/ 1421100 w 5473084"/>
                <a:gd name="connsiteY7" fmla="*/ 4064887 h 4071140"/>
                <a:gd name="connsiteX8" fmla="*/ 1225388 w 5473084"/>
                <a:gd name="connsiteY8" fmla="*/ 4047927 h 4071140"/>
                <a:gd name="connsiteX9" fmla="*/ 0 w 5473084"/>
                <a:gd name="connsiteY9" fmla="*/ 1739827 h 4071140"/>
                <a:gd name="connsiteX10" fmla="*/ 283696 w 5473084"/>
                <a:gd name="connsiteY10" fmla="*/ 1434150 h 4071140"/>
                <a:gd name="connsiteX11" fmla="*/ 1465189 w 5473084"/>
                <a:gd name="connsiteY11" fmla="*/ 410449 h 4071140"/>
                <a:gd name="connsiteX12" fmla="*/ 2514140 w 5473084"/>
                <a:gd name="connsiteY12" fmla="*/ 8035 h 4071140"/>
                <a:gd name="connsiteX13" fmla="*/ 3063895 w 5473084"/>
                <a:gd name="connsiteY13" fmla="*/ 618663 h 4071140"/>
                <a:gd name="connsiteX0" fmla="*/ 3063895 w 5473084"/>
                <a:gd name="connsiteY0" fmla="*/ 618663 h 4066700"/>
                <a:gd name="connsiteX1" fmla="*/ 1494851 w 5473084"/>
                <a:gd name="connsiteY1" fmla="*/ 1726396 h 4066700"/>
                <a:gd name="connsiteX2" fmla="*/ 4805754 w 5473084"/>
                <a:gd name="connsiteY2" fmla="*/ 2398422 h 4066700"/>
                <a:gd name="connsiteX3" fmla="*/ 5473084 w 5473084"/>
                <a:gd name="connsiteY3" fmla="*/ 2220171 h 4066700"/>
                <a:gd name="connsiteX4" fmla="*/ 5463260 w 5473084"/>
                <a:gd name="connsiteY4" fmla="*/ 2925349 h 4066700"/>
                <a:gd name="connsiteX5" fmla="*/ 4001927 w 5473084"/>
                <a:gd name="connsiteY5" fmla="*/ 3695220 h 4066700"/>
                <a:gd name="connsiteX6" fmla="*/ 1421104 w 5473084"/>
                <a:gd name="connsiteY6" fmla="*/ 4066700 h 4066700"/>
                <a:gd name="connsiteX7" fmla="*/ 1421100 w 5473084"/>
                <a:gd name="connsiteY7" fmla="*/ 4064887 h 4066700"/>
                <a:gd name="connsiteX8" fmla="*/ 1225388 w 5473084"/>
                <a:gd name="connsiteY8" fmla="*/ 4047927 h 4066700"/>
                <a:gd name="connsiteX9" fmla="*/ 0 w 5473084"/>
                <a:gd name="connsiteY9" fmla="*/ 1739827 h 4066700"/>
                <a:gd name="connsiteX10" fmla="*/ 283696 w 5473084"/>
                <a:gd name="connsiteY10" fmla="*/ 1434150 h 4066700"/>
                <a:gd name="connsiteX11" fmla="*/ 1465189 w 5473084"/>
                <a:gd name="connsiteY11" fmla="*/ 410449 h 4066700"/>
                <a:gd name="connsiteX12" fmla="*/ 2514140 w 5473084"/>
                <a:gd name="connsiteY12" fmla="*/ 8035 h 4066700"/>
                <a:gd name="connsiteX13" fmla="*/ 3063895 w 5473084"/>
                <a:gd name="connsiteY13" fmla="*/ 618663 h 4066700"/>
                <a:gd name="connsiteX0" fmla="*/ 3063895 w 5473084"/>
                <a:gd name="connsiteY0" fmla="*/ 618663 h 4283327"/>
                <a:gd name="connsiteX1" fmla="*/ 1494851 w 5473084"/>
                <a:gd name="connsiteY1" fmla="*/ 1726396 h 4283327"/>
                <a:gd name="connsiteX2" fmla="*/ 4805754 w 5473084"/>
                <a:gd name="connsiteY2" fmla="*/ 2398422 h 4283327"/>
                <a:gd name="connsiteX3" fmla="*/ 5473084 w 5473084"/>
                <a:gd name="connsiteY3" fmla="*/ 2220171 h 4283327"/>
                <a:gd name="connsiteX4" fmla="*/ 5463260 w 5473084"/>
                <a:gd name="connsiteY4" fmla="*/ 2925349 h 4283327"/>
                <a:gd name="connsiteX5" fmla="*/ 4001927 w 5473084"/>
                <a:gd name="connsiteY5" fmla="*/ 3695220 h 4283327"/>
                <a:gd name="connsiteX6" fmla="*/ 1421104 w 5473084"/>
                <a:gd name="connsiteY6" fmla="*/ 4066700 h 4283327"/>
                <a:gd name="connsiteX7" fmla="*/ 2746980 w 5473084"/>
                <a:gd name="connsiteY7" fmla="*/ 4283327 h 4283327"/>
                <a:gd name="connsiteX8" fmla="*/ 1225388 w 5473084"/>
                <a:gd name="connsiteY8" fmla="*/ 4047927 h 4283327"/>
                <a:gd name="connsiteX9" fmla="*/ 0 w 5473084"/>
                <a:gd name="connsiteY9" fmla="*/ 1739827 h 4283327"/>
                <a:gd name="connsiteX10" fmla="*/ 283696 w 5473084"/>
                <a:gd name="connsiteY10" fmla="*/ 1434150 h 4283327"/>
                <a:gd name="connsiteX11" fmla="*/ 1465189 w 5473084"/>
                <a:gd name="connsiteY11" fmla="*/ 410449 h 4283327"/>
                <a:gd name="connsiteX12" fmla="*/ 2514140 w 5473084"/>
                <a:gd name="connsiteY12" fmla="*/ 8035 h 4283327"/>
                <a:gd name="connsiteX13" fmla="*/ 3063895 w 5473084"/>
                <a:gd name="connsiteY13" fmla="*/ 618663 h 4283327"/>
                <a:gd name="connsiteX0" fmla="*/ 3063895 w 5473084"/>
                <a:gd name="connsiteY0" fmla="*/ 618663 h 4283327"/>
                <a:gd name="connsiteX1" fmla="*/ 1494851 w 5473084"/>
                <a:gd name="connsiteY1" fmla="*/ 1726396 h 4283327"/>
                <a:gd name="connsiteX2" fmla="*/ 4805754 w 5473084"/>
                <a:gd name="connsiteY2" fmla="*/ 2398422 h 4283327"/>
                <a:gd name="connsiteX3" fmla="*/ 5473084 w 5473084"/>
                <a:gd name="connsiteY3" fmla="*/ 2220171 h 4283327"/>
                <a:gd name="connsiteX4" fmla="*/ 5463260 w 5473084"/>
                <a:gd name="connsiteY4" fmla="*/ 2925349 h 4283327"/>
                <a:gd name="connsiteX5" fmla="*/ 4001927 w 5473084"/>
                <a:gd name="connsiteY5" fmla="*/ 3695220 h 4283327"/>
                <a:gd name="connsiteX6" fmla="*/ 2746980 w 5473084"/>
                <a:gd name="connsiteY6" fmla="*/ 4283327 h 4283327"/>
                <a:gd name="connsiteX7" fmla="*/ 1225388 w 5473084"/>
                <a:gd name="connsiteY7" fmla="*/ 4047927 h 4283327"/>
                <a:gd name="connsiteX8" fmla="*/ 0 w 5473084"/>
                <a:gd name="connsiteY8" fmla="*/ 1739827 h 4283327"/>
                <a:gd name="connsiteX9" fmla="*/ 283696 w 5473084"/>
                <a:gd name="connsiteY9" fmla="*/ 1434150 h 4283327"/>
                <a:gd name="connsiteX10" fmla="*/ 1465189 w 5473084"/>
                <a:gd name="connsiteY10" fmla="*/ 410449 h 4283327"/>
                <a:gd name="connsiteX11" fmla="*/ 2514140 w 5473084"/>
                <a:gd name="connsiteY11" fmla="*/ 8035 h 4283327"/>
                <a:gd name="connsiteX12" fmla="*/ 3063895 w 5473084"/>
                <a:gd name="connsiteY12" fmla="*/ 618663 h 4283327"/>
                <a:gd name="connsiteX0" fmla="*/ 3063895 w 5473084"/>
                <a:gd name="connsiteY0" fmla="*/ 618663 h 4302566"/>
                <a:gd name="connsiteX1" fmla="*/ 1494851 w 5473084"/>
                <a:gd name="connsiteY1" fmla="*/ 1726396 h 4302566"/>
                <a:gd name="connsiteX2" fmla="*/ 4805754 w 5473084"/>
                <a:gd name="connsiteY2" fmla="*/ 2398422 h 4302566"/>
                <a:gd name="connsiteX3" fmla="*/ 5473084 w 5473084"/>
                <a:gd name="connsiteY3" fmla="*/ 2220171 h 4302566"/>
                <a:gd name="connsiteX4" fmla="*/ 5463260 w 5473084"/>
                <a:gd name="connsiteY4" fmla="*/ 2925349 h 4302566"/>
                <a:gd name="connsiteX5" fmla="*/ 4001927 w 5473084"/>
                <a:gd name="connsiteY5" fmla="*/ 3695220 h 4302566"/>
                <a:gd name="connsiteX6" fmla="*/ 2746980 w 5473084"/>
                <a:gd name="connsiteY6" fmla="*/ 4283327 h 4302566"/>
                <a:gd name="connsiteX7" fmla="*/ 56988 w 5473084"/>
                <a:gd name="connsiteY7" fmla="*/ 2945567 h 4302566"/>
                <a:gd name="connsiteX8" fmla="*/ 0 w 5473084"/>
                <a:gd name="connsiteY8" fmla="*/ 1739827 h 4302566"/>
                <a:gd name="connsiteX9" fmla="*/ 283696 w 5473084"/>
                <a:gd name="connsiteY9" fmla="*/ 1434150 h 4302566"/>
                <a:gd name="connsiteX10" fmla="*/ 1465189 w 5473084"/>
                <a:gd name="connsiteY10" fmla="*/ 410449 h 4302566"/>
                <a:gd name="connsiteX11" fmla="*/ 2514140 w 5473084"/>
                <a:gd name="connsiteY11" fmla="*/ 8035 h 4302566"/>
                <a:gd name="connsiteX12" fmla="*/ 3063895 w 5473084"/>
                <a:gd name="connsiteY12" fmla="*/ 618663 h 4302566"/>
                <a:gd name="connsiteX0" fmla="*/ 3063895 w 5473084"/>
                <a:gd name="connsiteY0" fmla="*/ 618663 h 4302566"/>
                <a:gd name="connsiteX1" fmla="*/ 1494851 w 5473084"/>
                <a:gd name="connsiteY1" fmla="*/ 1726396 h 4302566"/>
                <a:gd name="connsiteX2" fmla="*/ 4805754 w 5473084"/>
                <a:gd name="connsiteY2" fmla="*/ 2398422 h 4302566"/>
                <a:gd name="connsiteX3" fmla="*/ 5473084 w 5473084"/>
                <a:gd name="connsiteY3" fmla="*/ 2220171 h 4302566"/>
                <a:gd name="connsiteX4" fmla="*/ 5463260 w 5473084"/>
                <a:gd name="connsiteY4" fmla="*/ 2925349 h 4302566"/>
                <a:gd name="connsiteX5" fmla="*/ 4001927 w 5473084"/>
                <a:gd name="connsiteY5" fmla="*/ 3695220 h 4302566"/>
                <a:gd name="connsiteX6" fmla="*/ 2746980 w 5473084"/>
                <a:gd name="connsiteY6" fmla="*/ 4283327 h 4302566"/>
                <a:gd name="connsiteX7" fmla="*/ 56988 w 5473084"/>
                <a:gd name="connsiteY7" fmla="*/ 2945567 h 4302566"/>
                <a:gd name="connsiteX8" fmla="*/ 0 w 5473084"/>
                <a:gd name="connsiteY8" fmla="*/ 1739827 h 4302566"/>
                <a:gd name="connsiteX9" fmla="*/ 283696 w 5473084"/>
                <a:gd name="connsiteY9" fmla="*/ 1434150 h 4302566"/>
                <a:gd name="connsiteX10" fmla="*/ 1465189 w 5473084"/>
                <a:gd name="connsiteY10" fmla="*/ 410449 h 4302566"/>
                <a:gd name="connsiteX11" fmla="*/ 2514140 w 5473084"/>
                <a:gd name="connsiteY11" fmla="*/ 8035 h 4302566"/>
                <a:gd name="connsiteX12" fmla="*/ 3063895 w 5473084"/>
                <a:gd name="connsiteY12" fmla="*/ 618663 h 4302566"/>
                <a:gd name="connsiteX0" fmla="*/ 3063895 w 5473084"/>
                <a:gd name="connsiteY0" fmla="*/ 618663 h 4302566"/>
                <a:gd name="connsiteX1" fmla="*/ 1494851 w 5473084"/>
                <a:gd name="connsiteY1" fmla="*/ 1726396 h 4302566"/>
                <a:gd name="connsiteX2" fmla="*/ 4805754 w 5473084"/>
                <a:gd name="connsiteY2" fmla="*/ 2398422 h 4302566"/>
                <a:gd name="connsiteX3" fmla="*/ 5473084 w 5473084"/>
                <a:gd name="connsiteY3" fmla="*/ 2220171 h 4302566"/>
                <a:gd name="connsiteX4" fmla="*/ 5463260 w 5473084"/>
                <a:gd name="connsiteY4" fmla="*/ 2925349 h 4302566"/>
                <a:gd name="connsiteX5" fmla="*/ 4001927 w 5473084"/>
                <a:gd name="connsiteY5" fmla="*/ 3695220 h 4302566"/>
                <a:gd name="connsiteX6" fmla="*/ 2746980 w 5473084"/>
                <a:gd name="connsiteY6" fmla="*/ 4283327 h 4302566"/>
                <a:gd name="connsiteX7" fmla="*/ 56988 w 5473084"/>
                <a:gd name="connsiteY7" fmla="*/ 2945567 h 4302566"/>
                <a:gd name="connsiteX8" fmla="*/ 0 w 5473084"/>
                <a:gd name="connsiteY8" fmla="*/ 1739827 h 4302566"/>
                <a:gd name="connsiteX9" fmla="*/ 283696 w 5473084"/>
                <a:gd name="connsiteY9" fmla="*/ 1434150 h 4302566"/>
                <a:gd name="connsiteX10" fmla="*/ 1465189 w 5473084"/>
                <a:gd name="connsiteY10" fmla="*/ 410449 h 4302566"/>
                <a:gd name="connsiteX11" fmla="*/ 2514140 w 5473084"/>
                <a:gd name="connsiteY11" fmla="*/ 8035 h 4302566"/>
                <a:gd name="connsiteX12" fmla="*/ 3063895 w 5473084"/>
                <a:gd name="connsiteY12" fmla="*/ 618663 h 4302566"/>
                <a:gd name="connsiteX0" fmla="*/ 3063895 w 5473084"/>
                <a:gd name="connsiteY0" fmla="*/ 618663 h 4283344"/>
                <a:gd name="connsiteX1" fmla="*/ 1494851 w 5473084"/>
                <a:gd name="connsiteY1" fmla="*/ 1726396 h 4283344"/>
                <a:gd name="connsiteX2" fmla="*/ 4805754 w 5473084"/>
                <a:gd name="connsiteY2" fmla="*/ 2398422 h 4283344"/>
                <a:gd name="connsiteX3" fmla="*/ 5473084 w 5473084"/>
                <a:gd name="connsiteY3" fmla="*/ 2220171 h 4283344"/>
                <a:gd name="connsiteX4" fmla="*/ 5463260 w 5473084"/>
                <a:gd name="connsiteY4" fmla="*/ 2925349 h 4283344"/>
                <a:gd name="connsiteX5" fmla="*/ 4001927 w 5473084"/>
                <a:gd name="connsiteY5" fmla="*/ 3695220 h 4283344"/>
                <a:gd name="connsiteX6" fmla="*/ 2746980 w 5473084"/>
                <a:gd name="connsiteY6" fmla="*/ 4283327 h 4283344"/>
                <a:gd name="connsiteX7" fmla="*/ 56988 w 5473084"/>
                <a:gd name="connsiteY7" fmla="*/ 2945567 h 4283344"/>
                <a:gd name="connsiteX8" fmla="*/ 0 w 5473084"/>
                <a:gd name="connsiteY8" fmla="*/ 1739827 h 4283344"/>
                <a:gd name="connsiteX9" fmla="*/ 283696 w 5473084"/>
                <a:gd name="connsiteY9" fmla="*/ 1434150 h 4283344"/>
                <a:gd name="connsiteX10" fmla="*/ 1465189 w 5473084"/>
                <a:gd name="connsiteY10" fmla="*/ 410449 h 4283344"/>
                <a:gd name="connsiteX11" fmla="*/ 2514140 w 5473084"/>
                <a:gd name="connsiteY11" fmla="*/ 8035 h 4283344"/>
                <a:gd name="connsiteX12" fmla="*/ 3063895 w 5473084"/>
                <a:gd name="connsiteY12" fmla="*/ 618663 h 4283344"/>
                <a:gd name="connsiteX0" fmla="*/ 3063895 w 5473084"/>
                <a:gd name="connsiteY0" fmla="*/ 618663 h 4283855"/>
                <a:gd name="connsiteX1" fmla="*/ 1494851 w 5473084"/>
                <a:gd name="connsiteY1" fmla="*/ 1726396 h 4283855"/>
                <a:gd name="connsiteX2" fmla="*/ 4805754 w 5473084"/>
                <a:gd name="connsiteY2" fmla="*/ 2398422 h 4283855"/>
                <a:gd name="connsiteX3" fmla="*/ 5473084 w 5473084"/>
                <a:gd name="connsiteY3" fmla="*/ 2220171 h 4283855"/>
                <a:gd name="connsiteX4" fmla="*/ 5463260 w 5473084"/>
                <a:gd name="connsiteY4" fmla="*/ 2925349 h 4283855"/>
                <a:gd name="connsiteX5" fmla="*/ 4001927 w 5473084"/>
                <a:gd name="connsiteY5" fmla="*/ 3695220 h 4283855"/>
                <a:gd name="connsiteX6" fmla="*/ 2746980 w 5473084"/>
                <a:gd name="connsiteY6" fmla="*/ 4283327 h 4283855"/>
                <a:gd name="connsiteX7" fmla="*/ 56988 w 5473084"/>
                <a:gd name="connsiteY7" fmla="*/ 2945567 h 4283855"/>
                <a:gd name="connsiteX8" fmla="*/ 0 w 5473084"/>
                <a:gd name="connsiteY8" fmla="*/ 1739827 h 4283855"/>
                <a:gd name="connsiteX9" fmla="*/ 283696 w 5473084"/>
                <a:gd name="connsiteY9" fmla="*/ 1434150 h 4283855"/>
                <a:gd name="connsiteX10" fmla="*/ 1465189 w 5473084"/>
                <a:gd name="connsiteY10" fmla="*/ 410449 h 4283855"/>
                <a:gd name="connsiteX11" fmla="*/ 2514140 w 5473084"/>
                <a:gd name="connsiteY11" fmla="*/ 8035 h 4283855"/>
                <a:gd name="connsiteX12" fmla="*/ 3063895 w 5473084"/>
                <a:gd name="connsiteY12" fmla="*/ 618663 h 4283855"/>
                <a:gd name="connsiteX0" fmla="*/ 3008015 w 5417204"/>
                <a:gd name="connsiteY0" fmla="*/ 618663 h 4283855"/>
                <a:gd name="connsiteX1" fmla="*/ 1438971 w 5417204"/>
                <a:gd name="connsiteY1" fmla="*/ 1726396 h 4283855"/>
                <a:gd name="connsiteX2" fmla="*/ 4749874 w 5417204"/>
                <a:gd name="connsiteY2" fmla="*/ 2398422 h 4283855"/>
                <a:gd name="connsiteX3" fmla="*/ 5417204 w 5417204"/>
                <a:gd name="connsiteY3" fmla="*/ 2220171 h 4283855"/>
                <a:gd name="connsiteX4" fmla="*/ 5407380 w 5417204"/>
                <a:gd name="connsiteY4" fmla="*/ 2925349 h 4283855"/>
                <a:gd name="connsiteX5" fmla="*/ 3946047 w 5417204"/>
                <a:gd name="connsiteY5" fmla="*/ 3695220 h 4283855"/>
                <a:gd name="connsiteX6" fmla="*/ 2691100 w 5417204"/>
                <a:gd name="connsiteY6" fmla="*/ 4283327 h 4283855"/>
                <a:gd name="connsiteX7" fmla="*/ 1108 w 5417204"/>
                <a:gd name="connsiteY7" fmla="*/ 2945567 h 4283855"/>
                <a:gd name="connsiteX8" fmla="*/ 0 w 5417204"/>
                <a:gd name="connsiteY8" fmla="*/ 1724587 h 4283855"/>
                <a:gd name="connsiteX9" fmla="*/ 227816 w 5417204"/>
                <a:gd name="connsiteY9" fmla="*/ 1434150 h 4283855"/>
                <a:gd name="connsiteX10" fmla="*/ 1409309 w 5417204"/>
                <a:gd name="connsiteY10" fmla="*/ 410449 h 4283855"/>
                <a:gd name="connsiteX11" fmla="*/ 2458260 w 5417204"/>
                <a:gd name="connsiteY11" fmla="*/ 8035 h 4283855"/>
                <a:gd name="connsiteX12" fmla="*/ 3008015 w 5417204"/>
                <a:gd name="connsiteY12" fmla="*/ 618663 h 428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17204" h="4283855">
                  <a:moveTo>
                    <a:pt x="3008015" y="618663"/>
                  </a:moveTo>
                  <a:cubicBezTo>
                    <a:pt x="2064703" y="215927"/>
                    <a:pt x="1148661" y="1429770"/>
                    <a:pt x="1438971" y="1726396"/>
                  </a:cubicBezTo>
                  <a:cubicBezTo>
                    <a:pt x="1729281" y="2023022"/>
                    <a:pt x="4256114" y="2457413"/>
                    <a:pt x="4749874" y="2398422"/>
                  </a:cubicBezTo>
                  <a:cubicBezTo>
                    <a:pt x="5119637" y="2354245"/>
                    <a:pt x="5194761" y="2279588"/>
                    <a:pt x="5417204" y="2220171"/>
                  </a:cubicBezTo>
                  <a:lnTo>
                    <a:pt x="5407380" y="2925349"/>
                  </a:lnTo>
                  <a:lnTo>
                    <a:pt x="3946047" y="3695220"/>
                  </a:lnTo>
                  <a:cubicBezTo>
                    <a:pt x="3527731" y="3891256"/>
                    <a:pt x="2767608" y="4300576"/>
                    <a:pt x="2691100" y="4283327"/>
                  </a:cubicBezTo>
                  <a:cubicBezTo>
                    <a:pt x="2621781" y="4267699"/>
                    <a:pt x="111702" y="2958477"/>
                    <a:pt x="1108" y="2945567"/>
                  </a:cubicBezTo>
                  <a:cubicBezTo>
                    <a:pt x="739" y="2538574"/>
                    <a:pt x="369" y="2131580"/>
                    <a:pt x="0" y="1724587"/>
                  </a:cubicBezTo>
                  <a:lnTo>
                    <a:pt x="227816" y="1434150"/>
                  </a:lnTo>
                  <a:cubicBezTo>
                    <a:pt x="472014" y="1212587"/>
                    <a:pt x="1037568" y="648135"/>
                    <a:pt x="1409309" y="410449"/>
                  </a:cubicBezTo>
                  <a:cubicBezTo>
                    <a:pt x="1781050" y="172763"/>
                    <a:pt x="2220197" y="36086"/>
                    <a:pt x="2458260" y="8035"/>
                  </a:cubicBezTo>
                  <a:cubicBezTo>
                    <a:pt x="2983194" y="-64839"/>
                    <a:pt x="3242144" y="375599"/>
                    <a:pt x="3008015" y="618663"/>
                  </a:cubicBezTo>
                  <a:close/>
                </a:path>
              </a:pathLst>
            </a:custGeom>
            <a:solidFill>
              <a:srgbClr val="44B2A8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FB859FB9-E897-40A0-B1AA-56B1F1392C80}"/>
                </a:ext>
              </a:extLst>
            </p:cNvPr>
            <p:cNvSpPr/>
            <p:nvPr/>
          </p:nvSpPr>
          <p:spPr>
            <a:xfrm>
              <a:off x="4368239" y="2362427"/>
              <a:ext cx="2747904" cy="2784245"/>
            </a:xfrm>
            <a:prstGeom prst="ellipse">
              <a:avLst/>
            </a:prstGeom>
            <a:solidFill>
              <a:srgbClr val="C2E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ED4F1D77-147B-4AB8-934E-AA74CD880279}"/>
                </a:ext>
              </a:extLst>
            </p:cNvPr>
            <p:cNvSpPr/>
            <p:nvPr/>
          </p:nvSpPr>
          <p:spPr>
            <a:xfrm rot="21209464">
              <a:off x="4396420" y="2359020"/>
              <a:ext cx="2676950" cy="2787412"/>
            </a:xfrm>
            <a:custGeom>
              <a:avLst/>
              <a:gdLst>
                <a:gd name="connsiteX0" fmla="*/ 2297007 w 3256231"/>
                <a:gd name="connsiteY0" fmla="*/ 0 h 3156116"/>
                <a:gd name="connsiteX1" fmla="*/ 235125 w 3256231"/>
                <a:gd name="connsiteY1" fmla="*/ 640977 h 3156116"/>
                <a:gd name="connsiteX2" fmla="*/ 114101 w 3256231"/>
                <a:gd name="connsiteY2" fmla="*/ 2084294 h 3156116"/>
                <a:gd name="connsiteX3" fmla="*/ 844725 w 3256231"/>
                <a:gd name="connsiteY3" fmla="*/ 2958353 h 3156116"/>
                <a:gd name="connsiteX4" fmla="*/ 1924972 w 3256231"/>
                <a:gd name="connsiteY4" fmla="*/ 3137647 h 3156116"/>
                <a:gd name="connsiteX5" fmla="*/ 2884195 w 3256231"/>
                <a:gd name="connsiteY5" fmla="*/ 2649071 h 3156116"/>
                <a:gd name="connsiteX6" fmla="*/ 3256231 w 3256231"/>
                <a:gd name="connsiteY6" fmla="*/ 1869141 h 3156116"/>
                <a:gd name="connsiteX0" fmla="*/ 2194950 w 3154174"/>
                <a:gd name="connsiteY0" fmla="*/ 0 h 3156116"/>
                <a:gd name="connsiteX1" fmla="*/ 433386 w 3154174"/>
                <a:gd name="connsiteY1" fmla="*/ 304801 h 3156116"/>
                <a:gd name="connsiteX2" fmla="*/ 12044 w 3154174"/>
                <a:gd name="connsiteY2" fmla="*/ 2084294 h 3156116"/>
                <a:gd name="connsiteX3" fmla="*/ 742668 w 3154174"/>
                <a:gd name="connsiteY3" fmla="*/ 2958353 h 3156116"/>
                <a:gd name="connsiteX4" fmla="*/ 1822915 w 3154174"/>
                <a:gd name="connsiteY4" fmla="*/ 3137647 h 3156116"/>
                <a:gd name="connsiteX5" fmla="*/ 2782138 w 3154174"/>
                <a:gd name="connsiteY5" fmla="*/ 2649071 h 3156116"/>
                <a:gd name="connsiteX6" fmla="*/ 3154174 w 3154174"/>
                <a:gd name="connsiteY6" fmla="*/ 1869141 h 3156116"/>
                <a:gd name="connsiteX0" fmla="*/ 2295248 w 3254472"/>
                <a:gd name="connsiteY0" fmla="*/ 127163 h 3283279"/>
                <a:gd name="connsiteX1" fmla="*/ 533684 w 3254472"/>
                <a:gd name="connsiteY1" fmla="*/ 431964 h 3283279"/>
                <a:gd name="connsiteX2" fmla="*/ 112342 w 3254472"/>
                <a:gd name="connsiteY2" fmla="*/ 2211457 h 3283279"/>
                <a:gd name="connsiteX3" fmla="*/ 842966 w 3254472"/>
                <a:gd name="connsiteY3" fmla="*/ 3085516 h 3283279"/>
                <a:gd name="connsiteX4" fmla="*/ 1923213 w 3254472"/>
                <a:gd name="connsiteY4" fmla="*/ 3264810 h 3283279"/>
                <a:gd name="connsiteX5" fmla="*/ 2882436 w 3254472"/>
                <a:gd name="connsiteY5" fmla="*/ 2776234 h 3283279"/>
                <a:gd name="connsiteX6" fmla="*/ 3254472 w 3254472"/>
                <a:gd name="connsiteY6" fmla="*/ 1996304 h 3283279"/>
                <a:gd name="connsiteX0" fmla="*/ 2295248 w 3254472"/>
                <a:gd name="connsiteY0" fmla="*/ 196132 h 3352248"/>
                <a:gd name="connsiteX1" fmla="*/ 533684 w 3254472"/>
                <a:gd name="connsiteY1" fmla="*/ 500933 h 3352248"/>
                <a:gd name="connsiteX2" fmla="*/ 112342 w 3254472"/>
                <a:gd name="connsiteY2" fmla="*/ 2280426 h 3352248"/>
                <a:gd name="connsiteX3" fmla="*/ 842966 w 3254472"/>
                <a:gd name="connsiteY3" fmla="*/ 3154485 h 3352248"/>
                <a:gd name="connsiteX4" fmla="*/ 1923213 w 3254472"/>
                <a:gd name="connsiteY4" fmla="*/ 3333779 h 3352248"/>
                <a:gd name="connsiteX5" fmla="*/ 2882436 w 3254472"/>
                <a:gd name="connsiteY5" fmla="*/ 2845203 h 3352248"/>
                <a:gd name="connsiteX6" fmla="*/ 3254472 w 3254472"/>
                <a:gd name="connsiteY6" fmla="*/ 2065273 h 3352248"/>
                <a:gd name="connsiteX0" fmla="*/ 2293664 w 3252888"/>
                <a:gd name="connsiteY0" fmla="*/ 139719 h 3295835"/>
                <a:gd name="connsiteX1" fmla="*/ 532100 w 3252888"/>
                <a:gd name="connsiteY1" fmla="*/ 444520 h 3295835"/>
                <a:gd name="connsiteX2" fmla="*/ 110758 w 3252888"/>
                <a:gd name="connsiteY2" fmla="*/ 2224013 h 3295835"/>
                <a:gd name="connsiteX3" fmla="*/ 841382 w 3252888"/>
                <a:gd name="connsiteY3" fmla="*/ 3098072 h 3295835"/>
                <a:gd name="connsiteX4" fmla="*/ 1921629 w 3252888"/>
                <a:gd name="connsiteY4" fmla="*/ 3277366 h 3295835"/>
                <a:gd name="connsiteX5" fmla="*/ 2880852 w 3252888"/>
                <a:gd name="connsiteY5" fmla="*/ 2788790 h 3295835"/>
                <a:gd name="connsiteX6" fmla="*/ 3252888 w 3252888"/>
                <a:gd name="connsiteY6" fmla="*/ 2008860 h 3295835"/>
                <a:gd name="connsiteX0" fmla="*/ 2254940 w 3214164"/>
                <a:gd name="connsiteY0" fmla="*/ 105056 h 3261172"/>
                <a:gd name="connsiteX1" fmla="*/ 493376 w 3214164"/>
                <a:gd name="connsiteY1" fmla="*/ 409857 h 3261172"/>
                <a:gd name="connsiteX2" fmla="*/ 72034 w 3214164"/>
                <a:gd name="connsiteY2" fmla="*/ 2189350 h 3261172"/>
                <a:gd name="connsiteX3" fmla="*/ 802658 w 3214164"/>
                <a:gd name="connsiteY3" fmla="*/ 3063409 h 3261172"/>
                <a:gd name="connsiteX4" fmla="*/ 1882905 w 3214164"/>
                <a:gd name="connsiteY4" fmla="*/ 3242703 h 3261172"/>
                <a:gd name="connsiteX5" fmla="*/ 2842128 w 3214164"/>
                <a:gd name="connsiteY5" fmla="*/ 2754127 h 3261172"/>
                <a:gd name="connsiteX6" fmla="*/ 3214164 w 3214164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172"/>
                <a:gd name="connsiteX1" fmla="*/ 537562 w 3258350"/>
                <a:gd name="connsiteY1" fmla="*/ 409857 h 3261172"/>
                <a:gd name="connsiteX2" fmla="*/ 116220 w 3258350"/>
                <a:gd name="connsiteY2" fmla="*/ 2189350 h 3261172"/>
                <a:gd name="connsiteX3" fmla="*/ 846844 w 3258350"/>
                <a:gd name="connsiteY3" fmla="*/ 3063409 h 3261172"/>
                <a:gd name="connsiteX4" fmla="*/ 1927091 w 3258350"/>
                <a:gd name="connsiteY4" fmla="*/ 3242703 h 3261172"/>
                <a:gd name="connsiteX5" fmla="*/ 2886314 w 3258350"/>
                <a:gd name="connsiteY5" fmla="*/ 2754127 h 3261172"/>
                <a:gd name="connsiteX6" fmla="*/ 3258350 w 3258350"/>
                <a:gd name="connsiteY6" fmla="*/ 1974197 h 3261172"/>
                <a:gd name="connsiteX0" fmla="*/ 2299126 w 3258350"/>
                <a:gd name="connsiteY0" fmla="*/ 105056 h 3261792"/>
                <a:gd name="connsiteX1" fmla="*/ 537562 w 3258350"/>
                <a:gd name="connsiteY1" fmla="*/ 409857 h 3261792"/>
                <a:gd name="connsiteX2" fmla="*/ 116220 w 3258350"/>
                <a:gd name="connsiteY2" fmla="*/ 2189350 h 3261792"/>
                <a:gd name="connsiteX3" fmla="*/ 846844 w 3258350"/>
                <a:gd name="connsiteY3" fmla="*/ 3063409 h 3261792"/>
                <a:gd name="connsiteX4" fmla="*/ 1927091 w 3258350"/>
                <a:gd name="connsiteY4" fmla="*/ 3242703 h 3261792"/>
                <a:gd name="connsiteX5" fmla="*/ 2877349 w 3258350"/>
                <a:gd name="connsiteY5" fmla="*/ 2745163 h 3261792"/>
                <a:gd name="connsiteX6" fmla="*/ 3258350 w 3258350"/>
                <a:gd name="connsiteY6" fmla="*/ 1974197 h 326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8350" h="3261792">
                  <a:moveTo>
                    <a:pt x="2299126" y="105056"/>
                  </a:moveTo>
                  <a:cubicBezTo>
                    <a:pt x="2153823" y="32218"/>
                    <a:pt x="1224108" y="-201985"/>
                    <a:pt x="537562" y="409857"/>
                  </a:cubicBezTo>
                  <a:cubicBezTo>
                    <a:pt x="-148984" y="1021699"/>
                    <a:pt x="-38421" y="1868114"/>
                    <a:pt x="116220" y="2189350"/>
                  </a:cubicBezTo>
                  <a:cubicBezTo>
                    <a:pt x="270861" y="2510586"/>
                    <a:pt x="545032" y="2887850"/>
                    <a:pt x="846844" y="3063409"/>
                  </a:cubicBezTo>
                  <a:cubicBezTo>
                    <a:pt x="1148656" y="3238968"/>
                    <a:pt x="1588674" y="3295744"/>
                    <a:pt x="1927091" y="3242703"/>
                  </a:cubicBezTo>
                  <a:cubicBezTo>
                    <a:pt x="2265509" y="3189662"/>
                    <a:pt x="2642026" y="2961063"/>
                    <a:pt x="2877349" y="2745163"/>
                  </a:cubicBezTo>
                  <a:cubicBezTo>
                    <a:pt x="3031989" y="2569603"/>
                    <a:pt x="3183270" y="2258453"/>
                    <a:pt x="3258350" y="1974197"/>
                  </a:cubicBezTo>
                </a:path>
              </a:pathLst>
            </a:custGeom>
            <a:noFill/>
            <a:ln w="762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FF145F4A-E024-4F7D-BD2E-6A807466D41F}"/>
                </a:ext>
              </a:extLst>
            </p:cNvPr>
            <p:cNvSpPr/>
            <p:nvPr/>
          </p:nvSpPr>
          <p:spPr>
            <a:xfrm>
              <a:off x="4546183" y="2503998"/>
              <a:ext cx="2437046" cy="2438400"/>
            </a:xfrm>
            <a:prstGeom prst="ellipse">
              <a:avLst/>
            </a:prstGeom>
            <a:solidFill>
              <a:srgbClr val="B40E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Gewitterblitz 85">
              <a:extLst>
                <a:ext uri="{FF2B5EF4-FFF2-40B4-BE49-F238E27FC236}">
                  <a16:creationId xmlns:a16="http://schemas.microsoft.com/office/drawing/2014/main" id="{38275D69-145E-4CEA-9EDE-0DD64446FF9D}"/>
                </a:ext>
              </a:extLst>
            </p:cNvPr>
            <p:cNvSpPr/>
            <p:nvPr/>
          </p:nvSpPr>
          <p:spPr>
            <a:xfrm rot="19893577" flipH="1">
              <a:off x="4774836" y="2666360"/>
              <a:ext cx="2054764" cy="2137612"/>
            </a:xfrm>
            <a:custGeom>
              <a:avLst/>
              <a:gdLst>
                <a:gd name="connsiteX0" fmla="*/ 8472 w 21600"/>
                <a:gd name="connsiteY0" fmla="*/ 0 h 21600"/>
                <a:gd name="connsiteX1" fmla="*/ 12860 w 21600"/>
                <a:gd name="connsiteY1" fmla="*/ 6080 h 21600"/>
                <a:gd name="connsiteX2" fmla="*/ 11050 w 21600"/>
                <a:gd name="connsiteY2" fmla="*/ 6797 h 21600"/>
                <a:gd name="connsiteX3" fmla="*/ 16577 w 21600"/>
                <a:gd name="connsiteY3" fmla="*/ 12007 h 21600"/>
                <a:gd name="connsiteX4" fmla="*/ 14767 w 21600"/>
                <a:gd name="connsiteY4" fmla="*/ 12877 h 21600"/>
                <a:gd name="connsiteX5" fmla="*/ 21600 w 21600"/>
                <a:gd name="connsiteY5" fmla="*/ 21600 h 21600"/>
                <a:gd name="connsiteX6" fmla="*/ 10012 w 21600"/>
                <a:gd name="connsiteY6" fmla="*/ 14915 h 21600"/>
                <a:gd name="connsiteX7" fmla="*/ 12222 w 21600"/>
                <a:gd name="connsiteY7" fmla="*/ 13987 h 21600"/>
                <a:gd name="connsiteX8" fmla="*/ 5022 w 21600"/>
                <a:gd name="connsiteY8" fmla="*/ 9705 h 21600"/>
                <a:gd name="connsiteX9" fmla="*/ 7602 w 21600"/>
                <a:gd name="connsiteY9" fmla="*/ 8382 h 21600"/>
                <a:gd name="connsiteX10" fmla="*/ 0 w 21600"/>
                <a:gd name="connsiteY10" fmla="*/ 3890 h 21600"/>
                <a:gd name="connsiteX11" fmla="*/ 8472 w 21600"/>
                <a:gd name="connsiteY11" fmla="*/ 0 h 21600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10012 w 22740"/>
                <a:gd name="connsiteY6" fmla="*/ 14915 h 21845"/>
                <a:gd name="connsiteX7" fmla="*/ 12222 w 22740"/>
                <a:gd name="connsiteY7" fmla="*/ 13987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335 w 22740"/>
                <a:gd name="connsiteY6" fmla="*/ 10635 h 21845"/>
                <a:gd name="connsiteX7" fmla="*/ 12222 w 22740"/>
                <a:gd name="connsiteY7" fmla="*/ 13987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8472 w 22740"/>
                <a:gd name="connsiteY0" fmla="*/ 0 h 21845"/>
                <a:gd name="connsiteX1" fmla="*/ 12860 w 22740"/>
                <a:gd name="connsiteY1" fmla="*/ 6080 h 21845"/>
                <a:gd name="connsiteX2" fmla="*/ 11050 w 22740"/>
                <a:gd name="connsiteY2" fmla="*/ 6797 h 21845"/>
                <a:gd name="connsiteX3" fmla="*/ 16577 w 22740"/>
                <a:gd name="connsiteY3" fmla="*/ 12007 h 21845"/>
                <a:gd name="connsiteX4" fmla="*/ 14767 w 22740"/>
                <a:gd name="connsiteY4" fmla="*/ 12877 h 21845"/>
                <a:gd name="connsiteX5" fmla="*/ 22740 w 22740"/>
                <a:gd name="connsiteY5" fmla="*/ 21845 h 21845"/>
                <a:gd name="connsiteX6" fmla="*/ 335 w 22740"/>
                <a:gd name="connsiteY6" fmla="*/ 10635 h 21845"/>
                <a:gd name="connsiteX7" fmla="*/ 5833 w 22740"/>
                <a:gd name="connsiteY7" fmla="*/ 11120 h 21845"/>
                <a:gd name="connsiteX8" fmla="*/ 5022 w 22740"/>
                <a:gd name="connsiteY8" fmla="*/ 9705 h 21845"/>
                <a:gd name="connsiteX9" fmla="*/ 7602 w 22740"/>
                <a:gd name="connsiteY9" fmla="*/ 8382 h 21845"/>
                <a:gd name="connsiteX10" fmla="*/ 0 w 22740"/>
                <a:gd name="connsiteY10" fmla="*/ 3890 h 21845"/>
                <a:gd name="connsiteX11" fmla="*/ 8472 w 22740"/>
                <a:gd name="connsiteY11" fmla="*/ 0 h 21845"/>
                <a:gd name="connsiteX0" fmla="*/ 10079 w 24347"/>
                <a:gd name="connsiteY0" fmla="*/ 0 h 21845"/>
                <a:gd name="connsiteX1" fmla="*/ 14467 w 24347"/>
                <a:gd name="connsiteY1" fmla="*/ 6080 h 21845"/>
                <a:gd name="connsiteX2" fmla="*/ 12657 w 24347"/>
                <a:gd name="connsiteY2" fmla="*/ 6797 h 21845"/>
                <a:gd name="connsiteX3" fmla="*/ 18184 w 24347"/>
                <a:gd name="connsiteY3" fmla="*/ 12007 h 21845"/>
                <a:gd name="connsiteX4" fmla="*/ 16374 w 24347"/>
                <a:gd name="connsiteY4" fmla="*/ 12877 h 21845"/>
                <a:gd name="connsiteX5" fmla="*/ 24347 w 24347"/>
                <a:gd name="connsiteY5" fmla="*/ 21845 h 21845"/>
                <a:gd name="connsiteX6" fmla="*/ 1942 w 24347"/>
                <a:gd name="connsiteY6" fmla="*/ 10635 h 21845"/>
                <a:gd name="connsiteX7" fmla="*/ 7440 w 24347"/>
                <a:gd name="connsiteY7" fmla="*/ 11120 h 21845"/>
                <a:gd name="connsiteX8" fmla="*/ 0 w 24347"/>
                <a:gd name="connsiteY8" fmla="*/ 6240 h 21845"/>
                <a:gd name="connsiteX9" fmla="*/ 9209 w 24347"/>
                <a:gd name="connsiteY9" fmla="*/ 8382 h 21845"/>
                <a:gd name="connsiteX10" fmla="*/ 1607 w 24347"/>
                <a:gd name="connsiteY10" fmla="*/ 3890 h 21845"/>
                <a:gd name="connsiteX11" fmla="*/ 10079 w 24347"/>
                <a:gd name="connsiteY11" fmla="*/ 0 h 21845"/>
                <a:gd name="connsiteX0" fmla="*/ 10079 w 24347"/>
                <a:gd name="connsiteY0" fmla="*/ 0 h 21845"/>
                <a:gd name="connsiteX1" fmla="*/ 14467 w 24347"/>
                <a:gd name="connsiteY1" fmla="*/ 6080 h 21845"/>
                <a:gd name="connsiteX2" fmla="*/ 12657 w 24347"/>
                <a:gd name="connsiteY2" fmla="*/ 6797 h 21845"/>
                <a:gd name="connsiteX3" fmla="*/ 18184 w 24347"/>
                <a:gd name="connsiteY3" fmla="*/ 12007 h 21845"/>
                <a:gd name="connsiteX4" fmla="*/ 16374 w 24347"/>
                <a:gd name="connsiteY4" fmla="*/ 12877 h 21845"/>
                <a:gd name="connsiteX5" fmla="*/ 24347 w 24347"/>
                <a:gd name="connsiteY5" fmla="*/ 21845 h 21845"/>
                <a:gd name="connsiteX6" fmla="*/ 1942 w 24347"/>
                <a:gd name="connsiteY6" fmla="*/ 10635 h 21845"/>
                <a:gd name="connsiteX7" fmla="*/ 7440 w 24347"/>
                <a:gd name="connsiteY7" fmla="*/ 11120 h 21845"/>
                <a:gd name="connsiteX8" fmla="*/ 0 w 24347"/>
                <a:gd name="connsiteY8" fmla="*/ 6240 h 21845"/>
                <a:gd name="connsiteX9" fmla="*/ 3984 w 24347"/>
                <a:gd name="connsiteY9" fmla="*/ 6243 h 21845"/>
                <a:gd name="connsiteX10" fmla="*/ 1607 w 24347"/>
                <a:gd name="connsiteY10" fmla="*/ 3890 h 21845"/>
                <a:gd name="connsiteX11" fmla="*/ 10079 w 24347"/>
                <a:gd name="connsiteY11" fmla="*/ 0 h 21845"/>
                <a:gd name="connsiteX0" fmla="*/ 17537 w 31805"/>
                <a:gd name="connsiteY0" fmla="*/ 3076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11" fmla="*/ 17537 w 31805"/>
                <a:gd name="connsiteY11" fmla="*/ 3076 h 24921"/>
                <a:gd name="connsiteX0" fmla="*/ 13078 w 31805"/>
                <a:gd name="connsiteY0" fmla="*/ 6455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11" fmla="*/ 13078 w 31805"/>
                <a:gd name="connsiteY11" fmla="*/ 6455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20115 w 31805"/>
                <a:gd name="connsiteY2" fmla="*/ 9873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18938 w 31805"/>
                <a:gd name="connsiteY2" fmla="*/ 10122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1925 w 31805"/>
                <a:gd name="connsiteY1" fmla="*/ 9156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3832 w 31805"/>
                <a:gd name="connsiteY4" fmla="*/ 15953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5642 w 31805"/>
                <a:gd name="connsiteY3" fmla="*/ 15083 h 24921"/>
                <a:gd name="connsiteX4" fmla="*/ 22782 w 31805"/>
                <a:gd name="connsiteY4" fmla="*/ 17839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  <a:gd name="connsiteX0" fmla="*/ 0 w 31805"/>
                <a:gd name="connsiteY0" fmla="*/ 0 h 24921"/>
                <a:gd name="connsiteX1" fmla="*/ 22100 w 31805"/>
                <a:gd name="connsiteY1" fmla="*/ 12528 h 24921"/>
                <a:gd name="connsiteX2" fmla="*/ 17603 w 31805"/>
                <a:gd name="connsiteY2" fmla="*/ 12555 h 24921"/>
                <a:gd name="connsiteX3" fmla="*/ 26343 w 31805"/>
                <a:gd name="connsiteY3" fmla="*/ 17734 h 24921"/>
                <a:gd name="connsiteX4" fmla="*/ 22782 w 31805"/>
                <a:gd name="connsiteY4" fmla="*/ 17839 h 24921"/>
                <a:gd name="connsiteX5" fmla="*/ 31805 w 31805"/>
                <a:gd name="connsiteY5" fmla="*/ 24921 h 24921"/>
                <a:gd name="connsiteX6" fmla="*/ 9400 w 31805"/>
                <a:gd name="connsiteY6" fmla="*/ 13711 h 24921"/>
                <a:gd name="connsiteX7" fmla="*/ 14898 w 31805"/>
                <a:gd name="connsiteY7" fmla="*/ 14196 h 24921"/>
                <a:gd name="connsiteX8" fmla="*/ 7458 w 31805"/>
                <a:gd name="connsiteY8" fmla="*/ 9316 h 24921"/>
                <a:gd name="connsiteX9" fmla="*/ 11442 w 31805"/>
                <a:gd name="connsiteY9" fmla="*/ 9319 h 24921"/>
                <a:gd name="connsiteX10" fmla="*/ 0 w 31805"/>
                <a:gd name="connsiteY10" fmla="*/ 0 h 24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805" h="24921">
                  <a:moveTo>
                    <a:pt x="0" y="0"/>
                  </a:moveTo>
                  <a:lnTo>
                    <a:pt x="22100" y="12528"/>
                  </a:lnTo>
                  <a:lnTo>
                    <a:pt x="17603" y="12555"/>
                  </a:lnTo>
                  <a:lnTo>
                    <a:pt x="26343" y="17734"/>
                  </a:lnTo>
                  <a:lnTo>
                    <a:pt x="22782" y="17839"/>
                  </a:lnTo>
                  <a:lnTo>
                    <a:pt x="31805" y="24921"/>
                  </a:lnTo>
                  <a:lnTo>
                    <a:pt x="9400" y="13711"/>
                  </a:lnTo>
                  <a:lnTo>
                    <a:pt x="14898" y="14196"/>
                  </a:lnTo>
                  <a:lnTo>
                    <a:pt x="7458" y="9316"/>
                  </a:lnTo>
                  <a:lnTo>
                    <a:pt x="11442" y="9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34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77C3B194-E494-47AE-9AC1-8EF3DE60BD6D}"/>
                </a:ext>
              </a:extLst>
            </p:cNvPr>
            <p:cNvSpPr/>
            <p:nvPr/>
          </p:nvSpPr>
          <p:spPr>
            <a:xfrm>
              <a:off x="3119589" y="579741"/>
              <a:ext cx="5075096" cy="2201662"/>
            </a:xfrm>
            <a:custGeom>
              <a:avLst/>
              <a:gdLst>
                <a:gd name="connsiteX0" fmla="*/ 115604 w 4184479"/>
                <a:gd name="connsiteY0" fmla="*/ 1221284 h 2093687"/>
                <a:gd name="connsiteX1" fmla="*/ 2287304 w 4184479"/>
                <a:gd name="connsiteY1" fmla="*/ 464727 h 2093687"/>
                <a:gd name="connsiteX2" fmla="*/ 3506504 w 4184479"/>
                <a:gd name="connsiteY2" fmla="*/ 1150527 h 2093687"/>
                <a:gd name="connsiteX3" fmla="*/ 3528275 w 4184479"/>
                <a:gd name="connsiteY3" fmla="*/ 2092141 h 2093687"/>
                <a:gd name="connsiteX4" fmla="*/ 4148761 w 4184479"/>
                <a:gd name="connsiteY4" fmla="*/ 916484 h 2093687"/>
                <a:gd name="connsiteX5" fmla="*/ 3729661 w 4184479"/>
                <a:gd name="connsiteY5" fmla="*/ 127270 h 2093687"/>
                <a:gd name="connsiteX6" fmla="*/ 659890 w 4184479"/>
                <a:gd name="connsiteY6" fmla="*/ 110941 h 2093687"/>
                <a:gd name="connsiteX7" fmla="*/ 115604 w 4184479"/>
                <a:gd name="connsiteY7" fmla="*/ 1221284 h 2093687"/>
                <a:gd name="connsiteX0" fmla="*/ 13463 w 4082338"/>
                <a:gd name="connsiteY0" fmla="*/ 1221284 h 2093687"/>
                <a:gd name="connsiteX1" fmla="*/ 2185163 w 4082338"/>
                <a:gd name="connsiteY1" fmla="*/ 464727 h 2093687"/>
                <a:gd name="connsiteX2" fmla="*/ 3404363 w 4082338"/>
                <a:gd name="connsiteY2" fmla="*/ 1150527 h 2093687"/>
                <a:gd name="connsiteX3" fmla="*/ 3426134 w 4082338"/>
                <a:gd name="connsiteY3" fmla="*/ 2092141 h 2093687"/>
                <a:gd name="connsiteX4" fmla="*/ 4046620 w 4082338"/>
                <a:gd name="connsiteY4" fmla="*/ 916484 h 2093687"/>
                <a:gd name="connsiteX5" fmla="*/ 3627520 w 4082338"/>
                <a:gd name="connsiteY5" fmla="*/ 127270 h 2093687"/>
                <a:gd name="connsiteX6" fmla="*/ 557749 w 4082338"/>
                <a:gd name="connsiteY6" fmla="*/ 110941 h 2093687"/>
                <a:gd name="connsiteX7" fmla="*/ 13463 w 4082338"/>
                <a:gd name="connsiteY7" fmla="*/ 1221284 h 2093687"/>
                <a:gd name="connsiteX0" fmla="*/ 13463 w 4082338"/>
                <a:gd name="connsiteY0" fmla="*/ 1341096 h 2213499"/>
                <a:gd name="connsiteX1" fmla="*/ 2185163 w 4082338"/>
                <a:gd name="connsiteY1" fmla="*/ 584539 h 2213499"/>
                <a:gd name="connsiteX2" fmla="*/ 3404363 w 4082338"/>
                <a:gd name="connsiteY2" fmla="*/ 1270339 h 2213499"/>
                <a:gd name="connsiteX3" fmla="*/ 3426134 w 4082338"/>
                <a:gd name="connsiteY3" fmla="*/ 2211953 h 2213499"/>
                <a:gd name="connsiteX4" fmla="*/ 4046620 w 4082338"/>
                <a:gd name="connsiteY4" fmla="*/ 1036296 h 2213499"/>
                <a:gd name="connsiteX5" fmla="*/ 3627520 w 4082338"/>
                <a:gd name="connsiteY5" fmla="*/ 247082 h 2213499"/>
                <a:gd name="connsiteX6" fmla="*/ 557749 w 4082338"/>
                <a:gd name="connsiteY6" fmla="*/ 230753 h 2213499"/>
                <a:gd name="connsiteX7" fmla="*/ 13463 w 4082338"/>
                <a:gd name="connsiteY7" fmla="*/ 1341096 h 2213499"/>
                <a:gd name="connsiteX0" fmla="*/ 13463 w 4082338"/>
                <a:gd name="connsiteY0" fmla="*/ 1179173 h 2051576"/>
                <a:gd name="connsiteX1" fmla="*/ 2185163 w 4082338"/>
                <a:gd name="connsiteY1" fmla="*/ 422616 h 2051576"/>
                <a:gd name="connsiteX2" fmla="*/ 3404363 w 4082338"/>
                <a:gd name="connsiteY2" fmla="*/ 1108416 h 2051576"/>
                <a:gd name="connsiteX3" fmla="*/ 3426134 w 4082338"/>
                <a:gd name="connsiteY3" fmla="*/ 2050030 h 2051576"/>
                <a:gd name="connsiteX4" fmla="*/ 4046620 w 4082338"/>
                <a:gd name="connsiteY4" fmla="*/ 874373 h 2051576"/>
                <a:gd name="connsiteX5" fmla="*/ 3627520 w 4082338"/>
                <a:gd name="connsiteY5" fmla="*/ 85159 h 2051576"/>
                <a:gd name="connsiteX6" fmla="*/ 557749 w 4082338"/>
                <a:gd name="connsiteY6" fmla="*/ 68830 h 2051576"/>
                <a:gd name="connsiteX7" fmla="*/ 13463 w 4082338"/>
                <a:gd name="connsiteY7" fmla="*/ 1179173 h 2051576"/>
                <a:gd name="connsiteX0" fmla="*/ 13463 w 4082338"/>
                <a:gd name="connsiteY0" fmla="*/ 1175489 h 2047892"/>
                <a:gd name="connsiteX1" fmla="*/ 2185163 w 4082338"/>
                <a:gd name="connsiteY1" fmla="*/ 418932 h 2047892"/>
                <a:gd name="connsiteX2" fmla="*/ 3404363 w 4082338"/>
                <a:gd name="connsiteY2" fmla="*/ 1104732 h 2047892"/>
                <a:gd name="connsiteX3" fmla="*/ 3426134 w 4082338"/>
                <a:gd name="connsiteY3" fmla="*/ 2046346 h 2047892"/>
                <a:gd name="connsiteX4" fmla="*/ 4046620 w 4082338"/>
                <a:gd name="connsiteY4" fmla="*/ 870689 h 2047892"/>
                <a:gd name="connsiteX5" fmla="*/ 3627520 w 4082338"/>
                <a:gd name="connsiteY5" fmla="*/ 81475 h 2047892"/>
                <a:gd name="connsiteX6" fmla="*/ 557749 w 4082338"/>
                <a:gd name="connsiteY6" fmla="*/ 65146 h 2047892"/>
                <a:gd name="connsiteX7" fmla="*/ 13463 w 4082338"/>
                <a:gd name="connsiteY7" fmla="*/ 1175489 h 2047892"/>
                <a:gd name="connsiteX0" fmla="*/ 13463 w 4049388"/>
                <a:gd name="connsiteY0" fmla="*/ 1175489 h 2047892"/>
                <a:gd name="connsiteX1" fmla="*/ 2185163 w 4049388"/>
                <a:gd name="connsiteY1" fmla="*/ 418932 h 2047892"/>
                <a:gd name="connsiteX2" fmla="*/ 3404363 w 4049388"/>
                <a:gd name="connsiteY2" fmla="*/ 1104732 h 2047892"/>
                <a:gd name="connsiteX3" fmla="*/ 3426134 w 4049388"/>
                <a:gd name="connsiteY3" fmla="*/ 2046346 h 2047892"/>
                <a:gd name="connsiteX4" fmla="*/ 4046620 w 4049388"/>
                <a:gd name="connsiteY4" fmla="*/ 870689 h 2047892"/>
                <a:gd name="connsiteX5" fmla="*/ 3627520 w 4049388"/>
                <a:gd name="connsiteY5" fmla="*/ 81475 h 2047892"/>
                <a:gd name="connsiteX6" fmla="*/ 557749 w 4049388"/>
                <a:gd name="connsiteY6" fmla="*/ 65146 h 2047892"/>
                <a:gd name="connsiteX7" fmla="*/ 13463 w 4049388"/>
                <a:gd name="connsiteY7" fmla="*/ 1175489 h 2047892"/>
                <a:gd name="connsiteX0" fmla="*/ 13463 w 4046760"/>
                <a:gd name="connsiteY0" fmla="*/ 1175489 h 2047892"/>
                <a:gd name="connsiteX1" fmla="*/ 2185163 w 4046760"/>
                <a:gd name="connsiteY1" fmla="*/ 418932 h 2047892"/>
                <a:gd name="connsiteX2" fmla="*/ 3404363 w 4046760"/>
                <a:gd name="connsiteY2" fmla="*/ 1104732 h 2047892"/>
                <a:gd name="connsiteX3" fmla="*/ 3426134 w 4046760"/>
                <a:gd name="connsiteY3" fmla="*/ 2046346 h 2047892"/>
                <a:gd name="connsiteX4" fmla="*/ 4046620 w 4046760"/>
                <a:gd name="connsiteY4" fmla="*/ 870689 h 2047892"/>
                <a:gd name="connsiteX5" fmla="*/ 3627520 w 4046760"/>
                <a:gd name="connsiteY5" fmla="*/ 81475 h 2047892"/>
                <a:gd name="connsiteX6" fmla="*/ 557749 w 4046760"/>
                <a:gd name="connsiteY6" fmla="*/ 65146 h 2047892"/>
                <a:gd name="connsiteX7" fmla="*/ 13463 w 4046760"/>
                <a:gd name="connsiteY7" fmla="*/ 1175489 h 2047892"/>
                <a:gd name="connsiteX0" fmla="*/ 13463 w 4046746"/>
                <a:gd name="connsiteY0" fmla="*/ 1175489 h 2046346"/>
                <a:gd name="connsiteX1" fmla="*/ 2185163 w 4046746"/>
                <a:gd name="connsiteY1" fmla="*/ 418932 h 2046346"/>
                <a:gd name="connsiteX2" fmla="*/ 3404363 w 4046746"/>
                <a:gd name="connsiteY2" fmla="*/ 1104732 h 2046346"/>
                <a:gd name="connsiteX3" fmla="*/ 3426134 w 4046746"/>
                <a:gd name="connsiteY3" fmla="*/ 2046346 h 2046346"/>
                <a:gd name="connsiteX4" fmla="*/ 4046620 w 4046746"/>
                <a:gd name="connsiteY4" fmla="*/ 870689 h 2046346"/>
                <a:gd name="connsiteX5" fmla="*/ 3627520 w 4046746"/>
                <a:gd name="connsiteY5" fmla="*/ 81475 h 2046346"/>
                <a:gd name="connsiteX6" fmla="*/ 557749 w 4046746"/>
                <a:gd name="connsiteY6" fmla="*/ 65146 h 2046346"/>
                <a:gd name="connsiteX7" fmla="*/ 13463 w 4046746"/>
                <a:gd name="connsiteY7" fmla="*/ 1175489 h 2046346"/>
                <a:gd name="connsiteX0" fmla="*/ 13034 w 4122517"/>
                <a:gd name="connsiteY0" fmla="*/ 1333390 h 2100832"/>
                <a:gd name="connsiteX1" fmla="*/ 2260934 w 4122517"/>
                <a:gd name="connsiteY1" fmla="*/ 473418 h 2100832"/>
                <a:gd name="connsiteX2" fmla="*/ 3480134 w 4122517"/>
                <a:gd name="connsiteY2" fmla="*/ 1159218 h 2100832"/>
                <a:gd name="connsiteX3" fmla="*/ 3501905 w 4122517"/>
                <a:gd name="connsiteY3" fmla="*/ 2100832 h 2100832"/>
                <a:gd name="connsiteX4" fmla="*/ 4122391 w 4122517"/>
                <a:gd name="connsiteY4" fmla="*/ 925175 h 2100832"/>
                <a:gd name="connsiteX5" fmla="*/ 3703291 w 4122517"/>
                <a:gd name="connsiteY5" fmla="*/ 135961 h 2100832"/>
                <a:gd name="connsiteX6" fmla="*/ 633520 w 4122517"/>
                <a:gd name="connsiteY6" fmla="*/ 119632 h 2100832"/>
                <a:gd name="connsiteX7" fmla="*/ 13034 w 4122517"/>
                <a:gd name="connsiteY7" fmla="*/ 1333390 h 2100832"/>
                <a:gd name="connsiteX0" fmla="*/ 5328 w 4114811"/>
                <a:gd name="connsiteY0" fmla="*/ 1333390 h 2100832"/>
                <a:gd name="connsiteX1" fmla="*/ 2253228 w 4114811"/>
                <a:gd name="connsiteY1" fmla="*/ 473418 h 2100832"/>
                <a:gd name="connsiteX2" fmla="*/ 3472428 w 4114811"/>
                <a:gd name="connsiteY2" fmla="*/ 1159218 h 2100832"/>
                <a:gd name="connsiteX3" fmla="*/ 3494199 w 4114811"/>
                <a:gd name="connsiteY3" fmla="*/ 2100832 h 2100832"/>
                <a:gd name="connsiteX4" fmla="*/ 4114685 w 4114811"/>
                <a:gd name="connsiteY4" fmla="*/ 925175 h 2100832"/>
                <a:gd name="connsiteX5" fmla="*/ 3695585 w 4114811"/>
                <a:gd name="connsiteY5" fmla="*/ 135961 h 2100832"/>
                <a:gd name="connsiteX6" fmla="*/ 625814 w 4114811"/>
                <a:gd name="connsiteY6" fmla="*/ 119632 h 2100832"/>
                <a:gd name="connsiteX7" fmla="*/ 5328 w 4114811"/>
                <a:gd name="connsiteY7" fmla="*/ 1333390 h 2100832"/>
                <a:gd name="connsiteX0" fmla="*/ 5328 w 4114811"/>
                <a:gd name="connsiteY0" fmla="*/ 1342564 h 2110006"/>
                <a:gd name="connsiteX1" fmla="*/ 2253228 w 4114811"/>
                <a:gd name="connsiteY1" fmla="*/ 482592 h 2110006"/>
                <a:gd name="connsiteX2" fmla="*/ 3472428 w 4114811"/>
                <a:gd name="connsiteY2" fmla="*/ 1168392 h 2110006"/>
                <a:gd name="connsiteX3" fmla="*/ 3494199 w 4114811"/>
                <a:gd name="connsiteY3" fmla="*/ 2110006 h 2110006"/>
                <a:gd name="connsiteX4" fmla="*/ 4114685 w 4114811"/>
                <a:gd name="connsiteY4" fmla="*/ 934349 h 2110006"/>
                <a:gd name="connsiteX5" fmla="*/ 3695585 w 4114811"/>
                <a:gd name="connsiteY5" fmla="*/ 145135 h 2110006"/>
                <a:gd name="connsiteX6" fmla="*/ 625814 w 4114811"/>
                <a:gd name="connsiteY6" fmla="*/ 128806 h 2110006"/>
                <a:gd name="connsiteX7" fmla="*/ 5328 w 4114811"/>
                <a:gd name="connsiteY7" fmla="*/ 1342564 h 2110006"/>
                <a:gd name="connsiteX0" fmla="*/ 5328 w 4114811"/>
                <a:gd name="connsiteY0" fmla="*/ 1278603 h 2046045"/>
                <a:gd name="connsiteX1" fmla="*/ 2253228 w 4114811"/>
                <a:gd name="connsiteY1" fmla="*/ 418631 h 2046045"/>
                <a:gd name="connsiteX2" fmla="*/ 3472428 w 4114811"/>
                <a:gd name="connsiteY2" fmla="*/ 1104431 h 2046045"/>
                <a:gd name="connsiteX3" fmla="*/ 3494199 w 4114811"/>
                <a:gd name="connsiteY3" fmla="*/ 2046045 h 2046045"/>
                <a:gd name="connsiteX4" fmla="*/ 4114685 w 4114811"/>
                <a:gd name="connsiteY4" fmla="*/ 870388 h 2046045"/>
                <a:gd name="connsiteX5" fmla="*/ 3695585 w 4114811"/>
                <a:gd name="connsiteY5" fmla="*/ 81174 h 2046045"/>
                <a:gd name="connsiteX6" fmla="*/ 625814 w 4114811"/>
                <a:gd name="connsiteY6" fmla="*/ 64845 h 2046045"/>
                <a:gd name="connsiteX7" fmla="*/ 5328 w 4114811"/>
                <a:gd name="connsiteY7" fmla="*/ 1278603 h 2046045"/>
                <a:gd name="connsiteX0" fmla="*/ 5328 w 4114811"/>
                <a:gd name="connsiteY0" fmla="*/ 1262570 h 2030012"/>
                <a:gd name="connsiteX1" fmla="*/ 2253228 w 4114811"/>
                <a:gd name="connsiteY1" fmla="*/ 402598 h 2030012"/>
                <a:gd name="connsiteX2" fmla="*/ 3472428 w 4114811"/>
                <a:gd name="connsiteY2" fmla="*/ 1088398 h 2030012"/>
                <a:gd name="connsiteX3" fmla="*/ 3494199 w 4114811"/>
                <a:gd name="connsiteY3" fmla="*/ 2030012 h 2030012"/>
                <a:gd name="connsiteX4" fmla="*/ 4114685 w 4114811"/>
                <a:gd name="connsiteY4" fmla="*/ 854355 h 2030012"/>
                <a:gd name="connsiteX5" fmla="*/ 3695585 w 4114811"/>
                <a:gd name="connsiteY5" fmla="*/ 65141 h 2030012"/>
                <a:gd name="connsiteX6" fmla="*/ 625814 w 4114811"/>
                <a:gd name="connsiteY6" fmla="*/ 48812 h 2030012"/>
                <a:gd name="connsiteX7" fmla="*/ 5328 w 4114811"/>
                <a:gd name="connsiteY7" fmla="*/ 1262570 h 2030012"/>
                <a:gd name="connsiteX0" fmla="*/ 5328 w 4114811"/>
                <a:gd name="connsiteY0" fmla="*/ 1222662 h 1990104"/>
                <a:gd name="connsiteX1" fmla="*/ 2253228 w 4114811"/>
                <a:gd name="connsiteY1" fmla="*/ 362690 h 1990104"/>
                <a:gd name="connsiteX2" fmla="*/ 3472428 w 4114811"/>
                <a:gd name="connsiteY2" fmla="*/ 1048490 h 1990104"/>
                <a:gd name="connsiteX3" fmla="*/ 3494199 w 4114811"/>
                <a:gd name="connsiteY3" fmla="*/ 1990104 h 1990104"/>
                <a:gd name="connsiteX4" fmla="*/ 4114685 w 4114811"/>
                <a:gd name="connsiteY4" fmla="*/ 814447 h 1990104"/>
                <a:gd name="connsiteX5" fmla="*/ 3695585 w 4114811"/>
                <a:gd name="connsiteY5" fmla="*/ 25233 h 1990104"/>
                <a:gd name="connsiteX6" fmla="*/ 625814 w 4114811"/>
                <a:gd name="connsiteY6" fmla="*/ 8904 h 1990104"/>
                <a:gd name="connsiteX7" fmla="*/ 5328 w 4114811"/>
                <a:gd name="connsiteY7" fmla="*/ 1222662 h 1990104"/>
                <a:gd name="connsiteX0" fmla="*/ 5328 w 4114811"/>
                <a:gd name="connsiteY0" fmla="*/ 1222662 h 1990104"/>
                <a:gd name="connsiteX1" fmla="*/ 2253228 w 4114811"/>
                <a:gd name="connsiteY1" fmla="*/ 362690 h 1990104"/>
                <a:gd name="connsiteX2" fmla="*/ 3472428 w 4114811"/>
                <a:gd name="connsiteY2" fmla="*/ 1048490 h 1990104"/>
                <a:gd name="connsiteX3" fmla="*/ 3494199 w 4114811"/>
                <a:gd name="connsiteY3" fmla="*/ 1990104 h 1990104"/>
                <a:gd name="connsiteX4" fmla="*/ 4114685 w 4114811"/>
                <a:gd name="connsiteY4" fmla="*/ 814447 h 1990104"/>
                <a:gd name="connsiteX5" fmla="*/ 3695585 w 4114811"/>
                <a:gd name="connsiteY5" fmla="*/ 25233 h 1990104"/>
                <a:gd name="connsiteX6" fmla="*/ 625814 w 4114811"/>
                <a:gd name="connsiteY6" fmla="*/ 8904 h 1990104"/>
                <a:gd name="connsiteX7" fmla="*/ 5328 w 4114811"/>
                <a:gd name="connsiteY7" fmla="*/ 1222662 h 1990104"/>
                <a:gd name="connsiteX0" fmla="*/ 4339 w 4624810"/>
                <a:gd name="connsiteY0" fmla="*/ 1654261 h 2098973"/>
                <a:gd name="connsiteX1" fmla="*/ 2763227 w 4624810"/>
                <a:gd name="connsiteY1" fmla="*/ 471559 h 2098973"/>
                <a:gd name="connsiteX2" fmla="*/ 3982427 w 4624810"/>
                <a:gd name="connsiteY2" fmla="*/ 1157359 h 2098973"/>
                <a:gd name="connsiteX3" fmla="*/ 4004198 w 4624810"/>
                <a:gd name="connsiteY3" fmla="*/ 2098973 h 2098973"/>
                <a:gd name="connsiteX4" fmla="*/ 4624684 w 4624810"/>
                <a:gd name="connsiteY4" fmla="*/ 923316 h 2098973"/>
                <a:gd name="connsiteX5" fmla="*/ 4205584 w 4624810"/>
                <a:gd name="connsiteY5" fmla="*/ 134102 h 2098973"/>
                <a:gd name="connsiteX6" fmla="*/ 1135813 w 4624810"/>
                <a:gd name="connsiteY6" fmla="*/ 117773 h 2098973"/>
                <a:gd name="connsiteX7" fmla="*/ 4339 w 4624810"/>
                <a:gd name="connsiteY7" fmla="*/ 1654261 h 2098973"/>
                <a:gd name="connsiteX0" fmla="*/ 4339 w 5028182"/>
                <a:gd name="connsiteY0" fmla="*/ 1654261 h 2099444"/>
                <a:gd name="connsiteX1" fmla="*/ 2763227 w 5028182"/>
                <a:gd name="connsiteY1" fmla="*/ 471559 h 2099444"/>
                <a:gd name="connsiteX2" fmla="*/ 3982427 w 5028182"/>
                <a:gd name="connsiteY2" fmla="*/ 1157359 h 2099444"/>
                <a:gd name="connsiteX3" fmla="*/ 4004198 w 5028182"/>
                <a:gd name="connsiteY3" fmla="*/ 2098973 h 2099444"/>
                <a:gd name="connsiteX4" fmla="*/ 5028096 w 5028182"/>
                <a:gd name="connsiteY4" fmla="*/ 1030892 h 2099444"/>
                <a:gd name="connsiteX5" fmla="*/ 4205584 w 5028182"/>
                <a:gd name="connsiteY5" fmla="*/ 134102 h 2099444"/>
                <a:gd name="connsiteX6" fmla="*/ 1135813 w 5028182"/>
                <a:gd name="connsiteY6" fmla="*/ 117773 h 2099444"/>
                <a:gd name="connsiteX7" fmla="*/ 4339 w 5028182"/>
                <a:gd name="connsiteY7" fmla="*/ 1654261 h 2099444"/>
                <a:gd name="connsiteX0" fmla="*/ 4339 w 5056178"/>
                <a:gd name="connsiteY0" fmla="*/ 1773691 h 2218874"/>
                <a:gd name="connsiteX1" fmla="*/ 2763227 w 5056178"/>
                <a:gd name="connsiteY1" fmla="*/ 590989 h 2218874"/>
                <a:gd name="connsiteX2" fmla="*/ 3982427 w 5056178"/>
                <a:gd name="connsiteY2" fmla="*/ 1276789 h 2218874"/>
                <a:gd name="connsiteX3" fmla="*/ 4004198 w 5056178"/>
                <a:gd name="connsiteY3" fmla="*/ 2218403 h 2218874"/>
                <a:gd name="connsiteX4" fmla="*/ 5028096 w 5056178"/>
                <a:gd name="connsiteY4" fmla="*/ 1150322 h 2218874"/>
                <a:gd name="connsiteX5" fmla="*/ 2726408 w 5056178"/>
                <a:gd name="connsiteY5" fmla="*/ 29414 h 2218874"/>
                <a:gd name="connsiteX6" fmla="*/ 1135813 w 5056178"/>
                <a:gd name="connsiteY6" fmla="*/ 237203 h 2218874"/>
                <a:gd name="connsiteX7" fmla="*/ 4339 w 5056178"/>
                <a:gd name="connsiteY7" fmla="*/ 1773691 h 2218874"/>
                <a:gd name="connsiteX0" fmla="*/ 4339 w 5056178"/>
                <a:gd name="connsiteY0" fmla="*/ 1773691 h 2218874"/>
                <a:gd name="connsiteX1" fmla="*/ 2763227 w 5056178"/>
                <a:gd name="connsiteY1" fmla="*/ 590989 h 2218874"/>
                <a:gd name="connsiteX2" fmla="*/ 3982427 w 5056178"/>
                <a:gd name="connsiteY2" fmla="*/ 1276789 h 2218874"/>
                <a:gd name="connsiteX3" fmla="*/ 4004198 w 5056178"/>
                <a:gd name="connsiteY3" fmla="*/ 2218403 h 2218874"/>
                <a:gd name="connsiteX4" fmla="*/ 5028096 w 5056178"/>
                <a:gd name="connsiteY4" fmla="*/ 1150322 h 2218874"/>
                <a:gd name="connsiteX5" fmla="*/ 2726408 w 5056178"/>
                <a:gd name="connsiteY5" fmla="*/ 29414 h 2218874"/>
                <a:gd name="connsiteX6" fmla="*/ 1135813 w 5056178"/>
                <a:gd name="connsiteY6" fmla="*/ 237203 h 2218874"/>
                <a:gd name="connsiteX7" fmla="*/ 4339 w 5056178"/>
                <a:gd name="connsiteY7" fmla="*/ 1773691 h 2218874"/>
                <a:gd name="connsiteX0" fmla="*/ 4339 w 5056178"/>
                <a:gd name="connsiteY0" fmla="*/ 1773691 h 2218874"/>
                <a:gd name="connsiteX1" fmla="*/ 2763227 w 5056178"/>
                <a:gd name="connsiteY1" fmla="*/ 590989 h 2218874"/>
                <a:gd name="connsiteX2" fmla="*/ 3982427 w 5056178"/>
                <a:gd name="connsiteY2" fmla="*/ 1276789 h 2218874"/>
                <a:gd name="connsiteX3" fmla="*/ 4004198 w 5056178"/>
                <a:gd name="connsiteY3" fmla="*/ 2218403 h 2218874"/>
                <a:gd name="connsiteX4" fmla="*/ 5028096 w 5056178"/>
                <a:gd name="connsiteY4" fmla="*/ 1150322 h 2218874"/>
                <a:gd name="connsiteX5" fmla="*/ 2726408 w 5056178"/>
                <a:gd name="connsiteY5" fmla="*/ 29414 h 2218874"/>
                <a:gd name="connsiteX6" fmla="*/ 1135813 w 5056178"/>
                <a:gd name="connsiteY6" fmla="*/ 237203 h 2218874"/>
                <a:gd name="connsiteX7" fmla="*/ 4339 w 5056178"/>
                <a:gd name="connsiteY7" fmla="*/ 1773691 h 2218874"/>
                <a:gd name="connsiteX0" fmla="*/ 307791 w 5359630"/>
                <a:gd name="connsiteY0" fmla="*/ 1745515 h 2190698"/>
                <a:gd name="connsiteX1" fmla="*/ 3066679 w 5359630"/>
                <a:gd name="connsiteY1" fmla="*/ 562813 h 2190698"/>
                <a:gd name="connsiteX2" fmla="*/ 4285879 w 5359630"/>
                <a:gd name="connsiteY2" fmla="*/ 1248613 h 2190698"/>
                <a:gd name="connsiteX3" fmla="*/ 4307650 w 5359630"/>
                <a:gd name="connsiteY3" fmla="*/ 2190227 h 2190698"/>
                <a:gd name="connsiteX4" fmla="*/ 5331548 w 5359630"/>
                <a:gd name="connsiteY4" fmla="*/ 1122146 h 2190698"/>
                <a:gd name="connsiteX5" fmla="*/ 3029860 w 5359630"/>
                <a:gd name="connsiteY5" fmla="*/ 1238 h 2190698"/>
                <a:gd name="connsiteX6" fmla="*/ 372465 w 5359630"/>
                <a:gd name="connsiteY6" fmla="*/ 1275827 h 2190698"/>
                <a:gd name="connsiteX7" fmla="*/ 307791 w 5359630"/>
                <a:gd name="connsiteY7" fmla="*/ 1745515 h 2190698"/>
                <a:gd name="connsiteX0" fmla="*/ 176721 w 5228560"/>
                <a:gd name="connsiteY0" fmla="*/ 1745810 h 2190993"/>
                <a:gd name="connsiteX1" fmla="*/ 2935609 w 5228560"/>
                <a:gd name="connsiteY1" fmla="*/ 563108 h 2190993"/>
                <a:gd name="connsiteX2" fmla="*/ 4154809 w 5228560"/>
                <a:gd name="connsiteY2" fmla="*/ 1248908 h 2190993"/>
                <a:gd name="connsiteX3" fmla="*/ 4176580 w 5228560"/>
                <a:gd name="connsiteY3" fmla="*/ 2190522 h 2190993"/>
                <a:gd name="connsiteX4" fmla="*/ 5200478 w 5228560"/>
                <a:gd name="connsiteY4" fmla="*/ 1122441 h 2190993"/>
                <a:gd name="connsiteX5" fmla="*/ 2898790 w 5228560"/>
                <a:gd name="connsiteY5" fmla="*/ 1533 h 2190993"/>
                <a:gd name="connsiteX6" fmla="*/ 241395 w 5228560"/>
                <a:gd name="connsiteY6" fmla="*/ 1276122 h 2190993"/>
                <a:gd name="connsiteX7" fmla="*/ 176721 w 5228560"/>
                <a:gd name="connsiteY7" fmla="*/ 1745810 h 2190993"/>
                <a:gd name="connsiteX0" fmla="*/ 307791 w 5359630"/>
                <a:gd name="connsiteY0" fmla="*/ 1745515 h 2190698"/>
                <a:gd name="connsiteX1" fmla="*/ 3066679 w 5359630"/>
                <a:gd name="connsiteY1" fmla="*/ 562813 h 2190698"/>
                <a:gd name="connsiteX2" fmla="*/ 4285879 w 5359630"/>
                <a:gd name="connsiteY2" fmla="*/ 1248613 h 2190698"/>
                <a:gd name="connsiteX3" fmla="*/ 4307650 w 5359630"/>
                <a:gd name="connsiteY3" fmla="*/ 2190227 h 2190698"/>
                <a:gd name="connsiteX4" fmla="*/ 5331548 w 5359630"/>
                <a:gd name="connsiteY4" fmla="*/ 1122146 h 2190698"/>
                <a:gd name="connsiteX5" fmla="*/ 3029860 w 5359630"/>
                <a:gd name="connsiteY5" fmla="*/ 1238 h 2190698"/>
                <a:gd name="connsiteX6" fmla="*/ 372465 w 5359630"/>
                <a:gd name="connsiteY6" fmla="*/ 1275827 h 2190698"/>
                <a:gd name="connsiteX7" fmla="*/ 307791 w 5359630"/>
                <a:gd name="connsiteY7" fmla="*/ 1745515 h 2190698"/>
                <a:gd name="connsiteX0" fmla="*/ 169875 w 5221714"/>
                <a:gd name="connsiteY0" fmla="*/ 1745515 h 2190698"/>
                <a:gd name="connsiteX1" fmla="*/ 2928763 w 5221714"/>
                <a:gd name="connsiteY1" fmla="*/ 562813 h 2190698"/>
                <a:gd name="connsiteX2" fmla="*/ 4147963 w 5221714"/>
                <a:gd name="connsiteY2" fmla="*/ 1248613 h 2190698"/>
                <a:gd name="connsiteX3" fmla="*/ 4169734 w 5221714"/>
                <a:gd name="connsiteY3" fmla="*/ 2190227 h 2190698"/>
                <a:gd name="connsiteX4" fmla="*/ 5193632 w 5221714"/>
                <a:gd name="connsiteY4" fmla="*/ 1122146 h 2190698"/>
                <a:gd name="connsiteX5" fmla="*/ 2891944 w 5221714"/>
                <a:gd name="connsiteY5" fmla="*/ 1238 h 2190698"/>
                <a:gd name="connsiteX6" fmla="*/ 234549 w 5221714"/>
                <a:gd name="connsiteY6" fmla="*/ 1275827 h 2190698"/>
                <a:gd name="connsiteX7" fmla="*/ 169875 w 5221714"/>
                <a:gd name="connsiteY7" fmla="*/ 1745515 h 2190698"/>
                <a:gd name="connsiteX0" fmla="*/ 307791 w 5359630"/>
                <a:gd name="connsiteY0" fmla="*/ 1745515 h 2190698"/>
                <a:gd name="connsiteX1" fmla="*/ 3066679 w 5359630"/>
                <a:gd name="connsiteY1" fmla="*/ 562813 h 2190698"/>
                <a:gd name="connsiteX2" fmla="*/ 4285879 w 5359630"/>
                <a:gd name="connsiteY2" fmla="*/ 1248613 h 2190698"/>
                <a:gd name="connsiteX3" fmla="*/ 4307650 w 5359630"/>
                <a:gd name="connsiteY3" fmla="*/ 2190227 h 2190698"/>
                <a:gd name="connsiteX4" fmla="*/ 5331548 w 5359630"/>
                <a:gd name="connsiteY4" fmla="*/ 1122146 h 2190698"/>
                <a:gd name="connsiteX5" fmla="*/ 3029860 w 5359630"/>
                <a:gd name="connsiteY5" fmla="*/ 1238 h 2190698"/>
                <a:gd name="connsiteX6" fmla="*/ 372465 w 5359630"/>
                <a:gd name="connsiteY6" fmla="*/ 1275827 h 2190698"/>
                <a:gd name="connsiteX7" fmla="*/ 307791 w 5359630"/>
                <a:gd name="connsiteY7" fmla="*/ 1745515 h 2190698"/>
                <a:gd name="connsiteX0" fmla="*/ 183404 w 5235243"/>
                <a:gd name="connsiteY0" fmla="*/ 1745299 h 2190482"/>
                <a:gd name="connsiteX1" fmla="*/ 2942292 w 5235243"/>
                <a:gd name="connsiteY1" fmla="*/ 562597 h 2190482"/>
                <a:gd name="connsiteX2" fmla="*/ 4161492 w 5235243"/>
                <a:gd name="connsiteY2" fmla="*/ 1248397 h 2190482"/>
                <a:gd name="connsiteX3" fmla="*/ 4183263 w 5235243"/>
                <a:gd name="connsiteY3" fmla="*/ 2190011 h 2190482"/>
                <a:gd name="connsiteX4" fmla="*/ 5207161 w 5235243"/>
                <a:gd name="connsiteY4" fmla="*/ 1121930 h 2190482"/>
                <a:gd name="connsiteX5" fmla="*/ 2905473 w 5235243"/>
                <a:gd name="connsiteY5" fmla="*/ 1022 h 2190482"/>
                <a:gd name="connsiteX6" fmla="*/ 248078 w 5235243"/>
                <a:gd name="connsiteY6" fmla="*/ 1275611 h 2190482"/>
                <a:gd name="connsiteX7" fmla="*/ 183404 w 5235243"/>
                <a:gd name="connsiteY7" fmla="*/ 1745299 h 2190482"/>
                <a:gd name="connsiteX0" fmla="*/ 307791 w 5359630"/>
                <a:gd name="connsiteY0" fmla="*/ 1745514 h 2190697"/>
                <a:gd name="connsiteX1" fmla="*/ 3066679 w 5359630"/>
                <a:gd name="connsiteY1" fmla="*/ 562812 h 2190697"/>
                <a:gd name="connsiteX2" fmla="*/ 4285879 w 5359630"/>
                <a:gd name="connsiteY2" fmla="*/ 1248612 h 2190697"/>
                <a:gd name="connsiteX3" fmla="*/ 4307650 w 5359630"/>
                <a:gd name="connsiteY3" fmla="*/ 2190226 h 2190697"/>
                <a:gd name="connsiteX4" fmla="*/ 5331548 w 5359630"/>
                <a:gd name="connsiteY4" fmla="*/ 1122145 h 2190697"/>
                <a:gd name="connsiteX5" fmla="*/ 3029860 w 5359630"/>
                <a:gd name="connsiteY5" fmla="*/ 1237 h 2190697"/>
                <a:gd name="connsiteX6" fmla="*/ 372465 w 5359630"/>
                <a:gd name="connsiteY6" fmla="*/ 1275826 h 2190697"/>
                <a:gd name="connsiteX7" fmla="*/ 307791 w 5359630"/>
                <a:gd name="connsiteY7" fmla="*/ 1745514 h 2190697"/>
                <a:gd name="connsiteX0" fmla="*/ 148645 w 5200484"/>
                <a:gd name="connsiteY0" fmla="*/ 1745514 h 2190697"/>
                <a:gd name="connsiteX1" fmla="*/ 2907533 w 5200484"/>
                <a:gd name="connsiteY1" fmla="*/ 562812 h 2190697"/>
                <a:gd name="connsiteX2" fmla="*/ 4126733 w 5200484"/>
                <a:gd name="connsiteY2" fmla="*/ 1248612 h 2190697"/>
                <a:gd name="connsiteX3" fmla="*/ 4148504 w 5200484"/>
                <a:gd name="connsiteY3" fmla="*/ 2190226 h 2190697"/>
                <a:gd name="connsiteX4" fmla="*/ 5172402 w 5200484"/>
                <a:gd name="connsiteY4" fmla="*/ 1122145 h 2190697"/>
                <a:gd name="connsiteX5" fmla="*/ 2870714 w 5200484"/>
                <a:gd name="connsiteY5" fmla="*/ 1237 h 2190697"/>
                <a:gd name="connsiteX6" fmla="*/ 213319 w 5200484"/>
                <a:gd name="connsiteY6" fmla="*/ 1275826 h 2190697"/>
                <a:gd name="connsiteX7" fmla="*/ 148645 w 5200484"/>
                <a:gd name="connsiteY7" fmla="*/ 1745514 h 2190697"/>
                <a:gd name="connsiteX0" fmla="*/ 148645 w 5200484"/>
                <a:gd name="connsiteY0" fmla="*/ 1745514 h 2190697"/>
                <a:gd name="connsiteX1" fmla="*/ 2907533 w 5200484"/>
                <a:gd name="connsiteY1" fmla="*/ 562812 h 2190697"/>
                <a:gd name="connsiteX2" fmla="*/ 4126733 w 5200484"/>
                <a:gd name="connsiteY2" fmla="*/ 1248612 h 2190697"/>
                <a:gd name="connsiteX3" fmla="*/ 4148504 w 5200484"/>
                <a:gd name="connsiteY3" fmla="*/ 2190226 h 2190697"/>
                <a:gd name="connsiteX4" fmla="*/ 5172402 w 5200484"/>
                <a:gd name="connsiteY4" fmla="*/ 1122145 h 2190697"/>
                <a:gd name="connsiteX5" fmla="*/ 2870714 w 5200484"/>
                <a:gd name="connsiteY5" fmla="*/ 1237 h 2190697"/>
                <a:gd name="connsiteX6" fmla="*/ 213319 w 5200484"/>
                <a:gd name="connsiteY6" fmla="*/ 1275826 h 2190697"/>
                <a:gd name="connsiteX7" fmla="*/ 148645 w 5200484"/>
                <a:gd name="connsiteY7" fmla="*/ 1745514 h 2190697"/>
                <a:gd name="connsiteX0" fmla="*/ 148645 w 5200484"/>
                <a:gd name="connsiteY0" fmla="*/ 1744303 h 2189486"/>
                <a:gd name="connsiteX1" fmla="*/ 2907533 w 5200484"/>
                <a:gd name="connsiteY1" fmla="*/ 561601 h 2189486"/>
                <a:gd name="connsiteX2" fmla="*/ 4126733 w 5200484"/>
                <a:gd name="connsiteY2" fmla="*/ 1247401 h 2189486"/>
                <a:gd name="connsiteX3" fmla="*/ 4148504 w 5200484"/>
                <a:gd name="connsiteY3" fmla="*/ 2189015 h 2189486"/>
                <a:gd name="connsiteX4" fmla="*/ 5172402 w 5200484"/>
                <a:gd name="connsiteY4" fmla="*/ 1120934 h 2189486"/>
                <a:gd name="connsiteX5" fmla="*/ 2870714 w 5200484"/>
                <a:gd name="connsiteY5" fmla="*/ 26 h 2189486"/>
                <a:gd name="connsiteX6" fmla="*/ 213319 w 5200484"/>
                <a:gd name="connsiteY6" fmla="*/ 1274615 h 2189486"/>
                <a:gd name="connsiteX7" fmla="*/ 148645 w 5200484"/>
                <a:gd name="connsiteY7" fmla="*/ 1744303 h 2189486"/>
                <a:gd name="connsiteX0" fmla="*/ 143353 w 5197917"/>
                <a:gd name="connsiteY0" fmla="*/ 1726375 h 2171558"/>
                <a:gd name="connsiteX1" fmla="*/ 2902241 w 5197917"/>
                <a:gd name="connsiteY1" fmla="*/ 543673 h 2171558"/>
                <a:gd name="connsiteX2" fmla="*/ 4121441 w 5197917"/>
                <a:gd name="connsiteY2" fmla="*/ 1229473 h 2171558"/>
                <a:gd name="connsiteX3" fmla="*/ 4143212 w 5197917"/>
                <a:gd name="connsiteY3" fmla="*/ 2171087 h 2171558"/>
                <a:gd name="connsiteX4" fmla="*/ 5167110 w 5197917"/>
                <a:gd name="connsiteY4" fmla="*/ 1103006 h 2171558"/>
                <a:gd name="connsiteX5" fmla="*/ 2793704 w 5197917"/>
                <a:gd name="connsiteY5" fmla="*/ 27 h 2171558"/>
                <a:gd name="connsiteX6" fmla="*/ 208027 w 5197917"/>
                <a:gd name="connsiteY6" fmla="*/ 1256687 h 2171558"/>
                <a:gd name="connsiteX7" fmla="*/ 143353 w 5197917"/>
                <a:gd name="connsiteY7" fmla="*/ 1726375 h 2171558"/>
                <a:gd name="connsiteX0" fmla="*/ 145601 w 5198997"/>
                <a:gd name="connsiteY0" fmla="*/ 1756853 h 2202036"/>
                <a:gd name="connsiteX1" fmla="*/ 2904489 w 5198997"/>
                <a:gd name="connsiteY1" fmla="*/ 574151 h 2202036"/>
                <a:gd name="connsiteX2" fmla="*/ 4123689 w 5198997"/>
                <a:gd name="connsiteY2" fmla="*/ 1259951 h 2202036"/>
                <a:gd name="connsiteX3" fmla="*/ 4145460 w 5198997"/>
                <a:gd name="connsiteY3" fmla="*/ 2201565 h 2202036"/>
                <a:gd name="connsiteX4" fmla="*/ 5169358 w 5198997"/>
                <a:gd name="connsiteY4" fmla="*/ 1133484 h 2202036"/>
                <a:gd name="connsiteX5" fmla="*/ 2826432 w 5198997"/>
                <a:gd name="connsiteY5" fmla="*/ 25 h 2202036"/>
                <a:gd name="connsiteX6" fmla="*/ 210275 w 5198997"/>
                <a:gd name="connsiteY6" fmla="*/ 1287165 h 2202036"/>
                <a:gd name="connsiteX7" fmla="*/ 145601 w 5198997"/>
                <a:gd name="connsiteY7" fmla="*/ 1756853 h 2202036"/>
                <a:gd name="connsiteX0" fmla="*/ 145601 w 5198997"/>
                <a:gd name="connsiteY0" fmla="*/ 1756853 h 2202036"/>
                <a:gd name="connsiteX1" fmla="*/ 2904489 w 5198997"/>
                <a:gd name="connsiteY1" fmla="*/ 574151 h 2202036"/>
                <a:gd name="connsiteX2" fmla="*/ 4123689 w 5198997"/>
                <a:gd name="connsiteY2" fmla="*/ 1259951 h 2202036"/>
                <a:gd name="connsiteX3" fmla="*/ 4145460 w 5198997"/>
                <a:gd name="connsiteY3" fmla="*/ 2201565 h 2202036"/>
                <a:gd name="connsiteX4" fmla="*/ 5169358 w 5198997"/>
                <a:gd name="connsiteY4" fmla="*/ 1133484 h 2202036"/>
                <a:gd name="connsiteX5" fmla="*/ 2826432 w 5198997"/>
                <a:gd name="connsiteY5" fmla="*/ 25 h 2202036"/>
                <a:gd name="connsiteX6" fmla="*/ 210275 w 5198997"/>
                <a:gd name="connsiteY6" fmla="*/ 1287165 h 2202036"/>
                <a:gd name="connsiteX7" fmla="*/ 145601 w 5198997"/>
                <a:gd name="connsiteY7" fmla="*/ 1756853 h 2202036"/>
                <a:gd name="connsiteX0" fmla="*/ 145601 w 5188210"/>
                <a:gd name="connsiteY0" fmla="*/ 1756853 h 2202036"/>
                <a:gd name="connsiteX1" fmla="*/ 2904489 w 5188210"/>
                <a:gd name="connsiteY1" fmla="*/ 574151 h 2202036"/>
                <a:gd name="connsiteX2" fmla="*/ 4123689 w 5188210"/>
                <a:gd name="connsiteY2" fmla="*/ 1259951 h 2202036"/>
                <a:gd name="connsiteX3" fmla="*/ 4145460 w 5188210"/>
                <a:gd name="connsiteY3" fmla="*/ 2201565 h 2202036"/>
                <a:gd name="connsiteX4" fmla="*/ 5169358 w 5188210"/>
                <a:gd name="connsiteY4" fmla="*/ 1133484 h 2202036"/>
                <a:gd name="connsiteX5" fmla="*/ 2826432 w 5188210"/>
                <a:gd name="connsiteY5" fmla="*/ 25 h 2202036"/>
                <a:gd name="connsiteX6" fmla="*/ 210275 w 5188210"/>
                <a:gd name="connsiteY6" fmla="*/ 1287165 h 2202036"/>
                <a:gd name="connsiteX7" fmla="*/ 145601 w 5188210"/>
                <a:gd name="connsiteY7" fmla="*/ 1756853 h 2202036"/>
                <a:gd name="connsiteX0" fmla="*/ 145601 w 5335987"/>
                <a:gd name="connsiteY0" fmla="*/ 1756853 h 2202036"/>
                <a:gd name="connsiteX1" fmla="*/ 2904489 w 5335987"/>
                <a:gd name="connsiteY1" fmla="*/ 574151 h 2202036"/>
                <a:gd name="connsiteX2" fmla="*/ 4123689 w 5335987"/>
                <a:gd name="connsiteY2" fmla="*/ 1259951 h 2202036"/>
                <a:gd name="connsiteX3" fmla="*/ 4145460 w 5335987"/>
                <a:gd name="connsiteY3" fmla="*/ 2201565 h 2202036"/>
                <a:gd name="connsiteX4" fmla="*/ 5169358 w 5335987"/>
                <a:gd name="connsiteY4" fmla="*/ 1133484 h 2202036"/>
                <a:gd name="connsiteX5" fmla="*/ 2826432 w 5335987"/>
                <a:gd name="connsiteY5" fmla="*/ 25 h 2202036"/>
                <a:gd name="connsiteX6" fmla="*/ 210275 w 5335987"/>
                <a:gd name="connsiteY6" fmla="*/ 1287165 h 2202036"/>
                <a:gd name="connsiteX7" fmla="*/ 145601 w 5335987"/>
                <a:gd name="connsiteY7" fmla="*/ 1756853 h 2202036"/>
                <a:gd name="connsiteX0" fmla="*/ 145601 w 5175019"/>
                <a:gd name="connsiteY0" fmla="*/ 1771147 h 2216330"/>
                <a:gd name="connsiteX1" fmla="*/ 2904489 w 5175019"/>
                <a:gd name="connsiteY1" fmla="*/ 588445 h 2216330"/>
                <a:gd name="connsiteX2" fmla="*/ 4123689 w 5175019"/>
                <a:gd name="connsiteY2" fmla="*/ 1274245 h 2216330"/>
                <a:gd name="connsiteX3" fmla="*/ 4145460 w 5175019"/>
                <a:gd name="connsiteY3" fmla="*/ 2215859 h 2216330"/>
                <a:gd name="connsiteX4" fmla="*/ 5169358 w 5175019"/>
                <a:gd name="connsiteY4" fmla="*/ 1147778 h 2216330"/>
                <a:gd name="connsiteX5" fmla="*/ 4476749 w 5175019"/>
                <a:gd name="connsiteY5" fmla="*/ 643597 h 2216330"/>
                <a:gd name="connsiteX6" fmla="*/ 2826432 w 5175019"/>
                <a:gd name="connsiteY6" fmla="*/ 14319 h 2216330"/>
                <a:gd name="connsiteX7" fmla="*/ 210275 w 5175019"/>
                <a:gd name="connsiteY7" fmla="*/ 1301459 h 2216330"/>
                <a:gd name="connsiteX8" fmla="*/ 145601 w 5175019"/>
                <a:gd name="connsiteY8" fmla="*/ 1771147 h 2216330"/>
                <a:gd name="connsiteX0" fmla="*/ 145601 w 5170935"/>
                <a:gd name="connsiteY0" fmla="*/ 1769090 h 2214273"/>
                <a:gd name="connsiteX1" fmla="*/ 2904489 w 5170935"/>
                <a:gd name="connsiteY1" fmla="*/ 586388 h 2214273"/>
                <a:gd name="connsiteX2" fmla="*/ 4123689 w 5170935"/>
                <a:gd name="connsiteY2" fmla="*/ 1272188 h 2214273"/>
                <a:gd name="connsiteX3" fmla="*/ 4145460 w 5170935"/>
                <a:gd name="connsiteY3" fmla="*/ 2213802 h 2214273"/>
                <a:gd name="connsiteX4" fmla="*/ 5169358 w 5170935"/>
                <a:gd name="connsiteY4" fmla="*/ 1145721 h 2214273"/>
                <a:gd name="connsiteX5" fmla="*/ 4339589 w 5170935"/>
                <a:gd name="connsiteY5" fmla="*/ 748220 h 2214273"/>
                <a:gd name="connsiteX6" fmla="*/ 2826432 w 5170935"/>
                <a:gd name="connsiteY6" fmla="*/ 12262 h 2214273"/>
                <a:gd name="connsiteX7" fmla="*/ 210275 w 5170935"/>
                <a:gd name="connsiteY7" fmla="*/ 1299402 h 2214273"/>
                <a:gd name="connsiteX8" fmla="*/ 145601 w 5170935"/>
                <a:gd name="connsiteY8" fmla="*/ 1769090 h 2214273"/>
                <a:gd name="connsiteX0" fmla="*/ 145601 w 5170935"/>
                <a:gd name="connsiteY0" fmla="*/ 1769090 h 2214273"/>
                <a:gd name="connsiteX1" fmla="*/ 2904489 w 5170935"/>
                <a:gd name="connsiteY1" fmla="*/ 586388 h 2214273"/>
                <a:gd name="connsiteX2" fmla="*/ 4123689 w 5170935"/>
                <a:gd name="connsiteY2" fmla="*/ 1272188 h 2214273"/>
                <a:gd name="connsiteX3" fmla="*/ 4145460 w 5170935"/>
                <a:gd name="connsiteY3" fmla="*/ 2213802 h 2214273"/>
                <a:gd name="connsiteX4" fmla="*/ 5169358 w 5170935"/>
                <a:gd name="connsiteY4" fmla="*/ 1145721 h 2214273"/>
                <a:gd name="connsiteX5" fmla="*/ 4339589 w 5170935"/>
                <a:gd name="connsiteY5" fmla="*/ 748220 h 2214273"/>
                <a:gd name="connsiteX6" fmla="*/ 2826432 w 5170935"/>
                <a:gd name="connsiteY6" fmla="*/ 12262 h 2214273"/>
                <a:gd name="connsiteX7" fmla="*/ 210275 w 5170935"/>
                <a:gd name="connsiteY7" fmla="*/ 1299402 h 2214273"/>
                <a:gd name="connsiteX8" fmla="*/ 145601 w 5170935"/>
                <a:gd name="connsiteY8" fmla="*/ 1769090 h 2214273"/>
                <a:gd name="connsiteX0" fmla="*/ 145601 w 5222592"/>
                <a:gd name="connsiteY0" fmla="*/ 1769090 h 2214273"/>
                <a:gd name="connsiteX1" fmla="*/ 2904489 w 5222592"/>
                <a:gd name="connsiteY1" fmla="*/ 586388 h 2214273"/>
                <a:gd name="connsiteX2" fmla="*/ 4123689 w 5222592"/>
                <a:gd name="connsiteY2" fmla="*/ 1272188 h 2214273"/>
                <a:gd name="connsiteX3" fmla="*/ 4145460 w 5222592"/>
                <a:gd name="connsiteY3" fmla="*/ 2213802 h 2214273"/>
                <a:gd name="connsiteX4" fmla="*/ 5169358 w 5222592"/>
                <a:gd name="connsiteY4" fmla="*/ 1145721 h 2214273"/>
                <a:gd name="connsiteX5" fmla="*/ 4339589 w 5222592"/>
                <a:gd name="connsiteY5" fmla="*/ 748220 h 2214273"/>
                <a:gd name="connsiteX6" fmla="*/ 2826432 w 5222592"/>
                <a:gd name="connsiteY6" fmla="*/ 12262 h 2214273"/>
                <a:gd name="connsiteX7" fmla="*/ 210275 w 5222592"/>
                <a:gd name="connsiteY7" fmla="*/ 1299402 h 2214273"/>
                <a:gd name="connsiteX8" fmla="*/ 145601 w 5222592"/>
                <a:gd name="connsiteY8" fmla="*/ 1769090 h 2214273"/>
                <a:gd name="connsiteX0" fmla="*/ 145601 w 5232612"/>
                <a:gd name="connsiteY0" fmla="*/ 1769090 h 2214273"/>
                <a:gd name="connsiteX1" fmla="*/ 2904489 w 5232612"/>
                <a:gd name="connsiteY1" fmla="*/ 586388 h 2214273"/>
                <a:gd name="connsiteX2" fmla="*/ 4123689 w 5232612"/>
                <a:gd name="connsiteY2" fmla="*/ 1272188 h 2214273"/>
                <a:gd name="connsiteX3" fmla="*/ 4145460 w 5232612"/>
                <a:gd name="connsiteY3" fmla="*/ 2213802 h 2214273"/>
                <a:gd name="connsiteX4" fmla="*/ 5169358 w 5232612"/>
                <a:gd name="connsiteY4" fmla="*/ 1145721 h 2214273"/>
                <a:gd name="connsiteX5" fmla="*/ 4339589 w 5232612"/>
                <a:gd name="connsiteY5" fmla="*/ 748220 h 2214273"/>
                <a:gd name="connsiteX6" fmla="*/ 2826432 w 5232612"/>
                <a:gd name="connsiteY6" fmla="*/ 12262 h 2214273"/>
                <a:gd name="connsiteX7" fmla="*/ 210275 w 5232612"/>
                <a:gd name="connsiteY7" fmla="*/ 1299402 h 2214273"/>
                <a:gd name="connsiteX8" fmla="*/ 145601 w 5232612"/>
                <a:gd name="connsiteY8" fmla="*/ 1769090 h 2214273"/>
                <a:gd name="connsiteX0" fmla="*/ 145601 w 5170935"/>
                <a:gd name="connsiteY0" fmla="*/ 1769090 h 2214273"/>
                <a:gd name="connsiteX1" fmla="*/ 2904489 w 5170935"/>
                <a:gd name="connsiteY1" fmla="*/ 586388 h 2214273"/>
                <a:gd name="connsiteX2" fmla="*/ 4123689 w 5170935"/>
                <a:gd name="connsiteY2" fmla="*/ 1272188 h 2214273"/>
                <a:gd name="connsiteX3" fmla="*/ 4145460 w 5170935"/>
                <a:gd name="connsiteY3" fmla="*/ 2213802 h 2214273"/>
                <a:gd name="connsiteX4" fmla="*/ 5169358 w 5170935"/>
                <a:gd name="connsiteY4" fmla="*/ 1145721 h 2214273"/>
                <a:gd name="connsiteX5" fmla="*/ 4339589 w 5170935"/>
                <a:gd name="connsiteY5" fmla="*/ 748220 h 2214273"/>
                <a:gd name="connsiteX6" fmla="*/ 2826432 w 5170935"/>
                <a:gd name="connsiteY6" fmla="*/ 12262 h 2214273"/>
                <a:gd name="connsiteX7" fmla="*/ 210275 w 5170935"/>
                <a:gd name="connsiteY7" fmla="*/ 1299402 h 2214273"/>
                <a:gd name="connsiteX8" fmla="*/ 145601 w 5170935"/>
                <a:gd name="connsiteY8" fmla="*/ 1769090 h 2214273"/>
                <a:gd name="connsiteX0" fmla="*/ 145601 w 5170935"/>
                <a:gd name="connsiteY0" fmla="*/ 1769090 h 2214273"/>
                <a:gd name="connsiteX1" fmla="*/ 2904489 w 5170935"/>
                <a:gd name="connsiteY1" fmla="*/ 586388 h 2214273"/>
                <a:gd name="connsiteX2" fmla="*/ 4123689 w 5170935"/>
                <a:gd name="connsiteY2" fmla="*/ 1272188 h 2214273"/>
                <a:gd name="connsiteX3" fmla="*/ 4145460 w 5170935"/>
                <a:gd name="connsiteY3" fmla="*/ 2213802 h 2214273"/>
                <a:gd name="connsiteX4" fmla="*/ 5169358 w 5170935"/>
                <a:gd name="connsiteY4" fmla="*/ 1145721 h 2214273"/>
                <a:gd name="connsiteX5" fmla="*/ 4339589 w 5170935"/>
                <a:gd name="connsiteY5" fmla="*/ 748220 h 2214273"/>
                <a:gd name="connsiteX6" fmla="*/ 2826432 w 5170935"/>
                <a:gd name="connsiteY6" fmla="*/ 12262 h 2214273"/>
                <a:gd name="connsiteX7" fmla="*/ 210275 w 5170935"/>
                <a:gd name="connsiteY7" fmla="*/ 1299402 h 2214273"/>
                <a:gd name="connsiteX8" fmla="*/ 145601 w 5170935"/>
                <a:gd name="connsiteY8" fmla="*/ 1769090 h 2214273"/>
                <a:gd name="connsiteX0" fmla="*/ 145601 w 5179616"/>
                <a:gd name="connsiteY0" fmla="*/ 1769090 h 2214273"/>
                <a:gd name="connsiteX1" fmla="*/ 2904489 w 5179616"/>
                <a:gd name="connsiteY1" fmla="*/ 586388 h 2214273"/>
                <a:gd name="connsiteX2" fmla="*/ 4123689 w 5179616"/>
                <a:gd name="connsiteY2" fmla="*/ 1272188 h 2214273"/>
                <a:gd name="connsiteX3" fmla="*/ 4145460 w 5179616"/>
                <a:gd name="connsiteY3" fmla="*/ 2213802 h 2214273"/>
                <a:gd name="connsiteX4" fmla="*/ 5169358 w 5179616"/>
                <a:gd name="connsiteY4" fmla="*/ 1145721 h 2214273"/>
                <a:gd name="connsiteX5" fmla="*/ 4339589 w 5179616"/>
                <a:gd name="connsiteY5" fmla="*/ 748220 h 2214273"/>
                <a:gd name="connsiteX6" fmla="*/ 2826432 w 5179616"/>
                <a:gd name="connsiteY6" fmla="*/ 12262 h 2214273"/>
                <a:gd name="connsiteX7" fmla="*/ 210275 w 5179616"/>
                <a:gd name="connsiteY7" fmla="*/ 1299402 h 2214273"/>
                <a:gd name="connsiteX8" fmla="*/ 145601 w 5179616"/>
                <a:gd name="connsiteY8" fmla="*/ 1769090 h 2214273"/>
                <a:gd name="connsiteX0" fmla="*/ 145601 w 5179616"/>
                <a:gd name="connsiteY0" fmla="*/ 1769090 h 2214273"/>
                <a:gd name="connsiteX1" fmla="*/ 2904489 w 5179616"/>
                <a:gd name="connsiteY1" fmla="*/ 586388 h 2214273"/>
                <a:gd name="connsiteX2" fmla="*/ 4123689 w 5179616"/>
                <a:gd name="connsiteY2" fmla="*/ 1272188 h 2214273"/>
                <a:gd name="connsiteX3" fmla="*/ 4145460 w 5179616"/>
                <a:gd name="connsiteY3" fmla="*/ 2213802 h 2214273"/>
                <a:gd name="connsiteX4" fmla="*/ 5169358 w 5179616"/>
                <a:gd name="connsiteY4" fmla="*/ 1145721 h 2214273"/>
                <a:gd name="connsiteX5" fmla="*/ 4339589 w 5179616"/>
                <a:gd name="connsiteY5" fmla="*/ 748220 h 2214273"/>
                <a:gd name="connsiteX6" fmla="*/ 2826432 w 5179616"/>
                <a:gd name="connsiteY6" fmla="*/ 12262 h 2214273"/>
                <a:gd name="connsiteX7" fmla="*/ 210275 w 5179616"/>
                <a:gd name="connsiteY7" fmla="*/ 1299402 h 2214273"/>
                <a:gd name="connsiteX8" fmla="*/ 145601 w 5179616"/>
                <a:gd name="connsiteY8" fmla="*/ 1769090 h 2214273"/>
                <a:gd name="connsiteX0" fmla="*/ 145601 w 5179616"/>
                <a:gd name="connsiteY0" fmla="*/ 1756854 h 2202037"/>
                <a:gd name="connsiteX1" fmla="*/ 2904489 w 5179616"/>
                <a:gd name="connsiteY1" fmla="*/ 574152 h 2202037"/>
                <a:gd name="connsiteX2" fmla="*/ 4123689 w 5179616"/>
                <a:gd name="connsiteY2" fmla="*/ 1259952 h 2202037"/>
                <a:gd name="connsiteX3" fmla="*/ 4145460 w 5179616"/>
                <a:gd name="connsiteY3" fmla="*/ 2201566 h 2202037"/>
                <a:gd name="connsiteX4" fmla="*/ 5169358 w 5179616"/>
                <a:gd name="connsiteY4" fmla="*/ 1133485 h 2202037"/>
                <a:gd name="connsiteX5" fmla="*/ 4339589 w 5179616"/>
                <a:gd name="connsiteY5" fmla="*/ 735984 h 2202037"/>
                <a:gd name="connsiteX6" fmla="*/ 2826432 w 5179616"/>
                <a:gd name="connsiteY6" fmla="*/ 26 h 2202037"/>
                <a:gd name="connsiteX7" fmla="*/ 210275 w 5179616"/>
                <a:gd name="connsiteY7" fmla="*/ 1287166 h 2202037"/>
                <a:gd name="connsiteX8" fmla="*/ 145601 w 5179616"/>
                <a:gd name="connsiteY8" fmla="*/ 1756854 h 2202037"/>
                <a:gd name="connsiteX0" fmla="*/ 145601 w 5179465"/>
                <a:gd name="connsiteY0" fmla="*/ 1756854 h 2201666"/>
                <a:gd name="connsiteX1" fmla="*/ 2904489 w 5179465"/>
                <a:gd name="connsiteY1" fmla="*/ 574152 h 2201666"/>
                <a:gd name="connsiteX2" fmla="*/ 4220209 w 5179465"/>
                <a:gd name="connsiteY2" fmla="*/ 1193912 h 2201666"/>
                <a:gd name="connsiteX3" fmla="*/ 4145460 w 5179465"/>
                <a:gd name="connsiteY3" fmla="*/ 2201566 h 2201666"/>
                <a:gd name="connsiteX4" fmla="*/ 5169358 w 5179465"/>
                <a:gd name="connsiteY4" fmla="*/ 1133485 h 2201666"/>
                <a:gd name="connsiteX5" fmla="*/ 4339589 w 5179465"/>
                <a:gd name="connsiteY5" fmla="*/ 735984 h 2201666"/>
                <a:gd name="connsiteX6" fmla="*/ 2826432 w 5179465"/>
                <a:gd name="connsiteY6" fmla="*/ 26 h 2201666"/>
                <a:gd name="connsiteX7" fmla="*/ 210275 w 5179465"/>
                <a:gd name="connsiteY7" fmla="*/ 1287166 h 2201666"/>
                <a:gd name="connsiteX8" fmla="*/ 145601 w 5179465"/>
                <a:gd name="connsiteY8" fmla="*/ 1756854 h 2201666"/>
                <a:gd name="connsiteX0" fmla="*/ 145601 w 5179465"/>
                <a:gd name="connsiteY0" fmla="*/ 1756854 h 2201658"/>
                <a:gd name="connsiteX1" fmla="*/ 2904489 w 5179465"/>
                <a:gd name="connsiteY1" fmla="*/ 574152 h 2201658"/>
                <a:gd name="connsiteX2" fmla="*/ 4220209 w 5179465"/>
                <a:gd name="connsiteY2" fmla="*/ 1193912 h 2201658"/>
                <a:gd name="connsiteX3" fmla="*/ 4145460 w 5179465"/>
                <a:gd name="connsiteY3" fmla="*/ 2201566 h 2201658"/>
                <a:gd name="connsiteX4" fmla="*/ 5169358 w 5179465"/>
                <a:gd name="connsiteY4" fmla="*/ 1133485 h 2201658"/>
                <a:gd name="connsiteX5" fmla="*/ 4339589 w 5179465"/>
                <a:gd name="connsiteY5" fmla="*/ 735984 h 2201658"/>
                <a:gd name="connsiteX6" fmla="*/ 2826432 w 5179465"/>
                <a:gd name="connsiteY6" fmla="*/ 26 h 2201658"/>
                <a:gd name="connsiteX7" fmla="*/ 210275 w 5179465"/>
                <a:gd name="connsiteY7" fmla="*/ 1287166 h 2201658"/>
                <a:gd name="connsiteX8" fmla="*/ 145601 w 5179465"/>
                <a:gd name="connsiteY8" fmla="*/ 1756854 h 2201658"/>
                <a:gd name="connsiteX0" fmla="*/ 145601 w 5170935"/>
                <a:gd name="connsiteY0" fmla="*/ 1756854 h 2201666"/>
                <a:gd name="connsiteX1" fmla="*/ 2904489 w 5170935"/>
                <a:gd name="connsiteY1" fmla="*/ 574152 h 2201666"/>
                <a:gd name="connsiteX2" fmla="*/ 4220209 w 5170935"/>
                <a:gd name="connsiteY2" fmla="*/ 1193912 h 2201666"/>
                <a:gd name="connsiteX3" fmla="*/ 4145460 w 5170935"/>
                <a:gd name="connsiteY3" fmla="*/ 2201566 h 2201666"/>
                <a:gd name="connsiteX4" fmla="*/ 5169358 w 5170935"/>
                <a:gd name="connsiteY4" fmla="*/ 1133485 h 2201666"/>
                <a:gd name="connsiteX5" fmla="*/ 4339589 w 5170935"/>
                <a:gd name="connsiteY5" fmla="*/ 735984 h 2201666"/>
                <a:gd name="connsiteX6" fmla="*/ 2826432 w 5170935"/>
                <a:gd name="connsiteY6" fmla="*/ 26 h 2201666"/>
                <a:gd name="connsiteX7" fmla="*/ 210275 w 5170935"/>
                <a:gd name="connsiteY7" fmla="*/ 1287166 h 2201666"/>
                <a:gd name="connsiteX8" fmla="*/ 145601 w 5170935"/>
                <a:gd name="connsiteY8" fmla="*/ 1756854 h 2201666"/>
                <a:gd name="connsiteX0" fmla="*/ 145601 w 5170935"/>
                <a:gd name="connsiteY0" fmla="*/ 1756854 h 2201659"/>
                <a:gd name="connsiteX1" fmla="*/ 2904489 w 5170935"/>
                <a:gd name="connsiteY1" fmla="*/ 574152 h 2201659"/>
                <a:gd name="connsiteX2" fmla="*/ 4220209 w 5170935"/>
                <a:gd name="connsiteY2" fmla="*/ 1193912 h 2201659"/>
                <a:gd name="connsiteX3" fmla="*/ 4145460 w 5170935"/>
                <a:gd name="connsiteY3" fmla="*/ 2201566 h 2201659"/>
                <a:gd name="connsiteX4" fmla="*/ 5169358 w 5170935"/>
                <a:gd name="connsiteY4" fmla="*/ 1133485 h 2201659"/>
                <a:gd name="connsiteX5" fmla="*/ 4339589 w 5170935"/>
                <a:gd name="connsiteY5" fmla="*/ 735984 h 2201659"/>
                <a:gd name="connsiteX6" fmla="*/ 2826432 w 5170935"/>
                <a:gd name="connsiteY6" fmla="*/ 26 h 2201659"/>
                <a:gd name="connsiteX7" fmla="*/ 210275 w 5170935"/>
                <a:gd name="connsiteY7" fmla="*/ 1287166 h 2201659"/>
                <a:gd name="connsiteX8" fmla="*/ 145601 w 5170935"/>
                <a:gd name="connsiteY8" fmla="*/ 1756854 h 2201659"/>
                <a:gd name="connsiteX0" fmla="*/ 145601 w 5170935"/>
                <a:gd name="connsiteY0" fmla="*/ 1756854 h 2201666"/>
                <a:gd name="connsiteX1" fmla="*/ 2904489 w 5170935"/>
                <a:gd name="connsiteY1" fmla="*/ 574152 h 2201666"/>
                <a:gd name="connsiteX2" fmla="*/ 4220209 w 5170935"/>
                <a:gd name="connsiteY2" fmla="*/ 1193912 h 2201666"/>
                <a:gd name="connsiteX3" fmla="*/ 4145460 w 5170935"/>
                <a:gd name="connsiteY3" fmla="*/ 2201566 h 2201666"/>
                <a:gd name="connsiteX4" fmla="*/ 5169358 w 5170935"/>
                <a:gd name="connsiteY4" fmla="*/ 1133485 h 2201666"/>
                <a:gd name="connsiteX5" fmla="*/ 4339589 w 5170935"/>
                <a:gd name="connsiteY5" fmla="*/ 735984 h 2201666"/>
                <a:gd name="connsiteX6" fmla="*/ 2826432 w 5170935"/>
                <a:gd name="connsiteY6" fmla="*/ 26 h 2201666"/>
                <a:gd name="connsiteX7" fmla="*/ 210275 w 5170935"/>
                <a:gd name="connsiteY7" fmla="*/ 1287166 h 2201666"/>
                <a:gd name="connsiteX8" fmla="*/ 145601 w 5170935"/>
                <a:gd name="connsiteY8" fmla="*/ 1756854 h 2201666"/>
                <a:gd name="connsiteX0" fmla="*/ 145601 w 5213903"/>
                <a:gd name="connsiteY0" fmla="*/ 1756854 h 2201666"/>
                <a:gd name="connsiteX1" fmla="*/ 2904489 w 5213903"/>
                <a:gd name="connsiteY1" fmla="*/ 574152 h 2201666"/>
                <a:gd name="connsiteX2" fmla="*/ 4220209 w 5213903"/>
                <a:gd name="connsiteY2" fmla="*/ 1193912 h 2201666"/>
                <a:gd name="connsiteX3" fmla="*/ 4145460 w 5213903"/>
                <a:gd name="connsiteY3" fmla="*/ 2201566 h 2201666"/>
                <a:gd name="connsiteX4" fmla="*/ 5169358 w 5213903"/>
                <a:gd name="connsiteY4" fmla="*/ 1133485 h 2201666"/>
                <a:gd name="connsiteX5" fmla="*/ 4339589 w 5213903"/>
                <a:gd name="connsiteY5" fmla="*/ 735984 h 2201666"/>
                <a:gd name="connsiteX6" fmla="*/ 2826432 w 5213903"/>
                <a:gd name="connsiteY6" fmla="*/ 26 h 2201666"/>
                <a:gd name="connsiteX7" fmla="*/ 210275 w 5213903"/>
                <a:gd name="connsiteY7" fmla="*/ 1287166 h 2201666"/>
                <a:gd name="connsiteX8" fmla="*/ 145601 w 5213903"/>
                <a:gd name="connsiteY8" fmla="*/ 1756854 h 2201666"/>
                <a:gd name="connsiteX0" fmla="*/ 305408 w 5373710"/>
                <a:gd name="connsiteY0" fmla="*/ 1756854 h 2201666"/>
                <a:gd name="connsiteX1" fmla="*/ 3064296 w 5373710"/>
                <a:gd name="connsiteY1" fmla="*/ 574152 h 2201666"/>
                <a:gd name="connsiteX2" fmla="*/ 4380016 w 5373710"/>
                <a:gd name="connsiteY2" fmla="*/ 1193912 h 2201666"/>
                <a:gd name="connsiteX3" fmla="*/ 4305267 w 5373710"/>
                <a:gd name="connsiteY3" fmla="*/ 2201566 h 2201666"/>
                <a:gd name="connsiteX4" fmla="*/ 5329165 w 5373710"/>
                <a:gd name="connsiteY4" fmla="*/ 1133485 h 2201666"/>
                <a:gd name="connsiteX5" fmla="*/ 4499396 w 5373710"/>
                <a:gd name="connsiteY5" fmla="*/ 735984 h 2201666"/>
                <a:gd name="connsiteX6" fmla="*/ 2986239 w 5373710"/>
                <a:gd name="connsiteY6" fmla="*/ 26 h 2201666"/>
                <a:gd name="connsiteX7" fmla="*/ 370082 w 5373710"/>
                <a:gd name="connsiteY7" fmla="*/ 1287166 h 2201666"/>
                <a:gd name="connsiteX8" fmla="*/ 305408 w 5373710"/>
                <a:gd name="connsiteY8" fmla="*/ 1756854 h 2201666"/>
                <a:gd name="connsiteX0" fmla="*/ 198469 w 5266771"/>
                <a:gd name="connsiteY0" fmla="*/ 1756849 h 2201661"/>
                <a:gd name="connsiteX1" fmla="*/ 2957357 w 5266771"/>
                <a:gd name="connsiteY1" fmla="*/ 574147 h 2201661"/>
                <a:gd name="connsiteX2" fmla="*/ 4273077 w 5266771"/>
                <a:gd name="connsiteY2" fmla="*/ 1193907 h 2201661"/>
                <a:gd name="connsiteX3" fmla="*/ 4198328 w 5266771"/>
                <a:gd name="connsiteY3" fmla="*/ 2201561 h 2201661"/>
                <a:gd name="connsiteX4" fmla="*/ 5222226 w 5266771"/>
                <a:gd name="connsiteY4" fmla="*/ 1133480 h 2201661"/>
                <a:gd name="connsiteX5" fmla="*/ 4392457 w 5266771"/>
                <a:gd name="connsiteY5" fmla="*/ 735979 h 2201661"/>
                <a:gd name="connsiteX6" fmla="*/ 2879300 w 5266771"/>
                <a:gd name="connsiteY6" fmla="*/ 21 h 2201661"/>
                <a:gd name="connsiteX7" fmla="*/ 263143 w 5266771"/>
                <a:gd name="connsiteY7" fmla="*/ 1287161 h 2201661"/>
                <a:gd name="connsiteX8" fmla="*/ 198469 w 5266771"/>
                <a:gd name="connsiteY8" fmla="*/ 1756849 h 2201661"/>
                <a:gd name="connsiteX0" fmla="*/ 305408 w 5373710"/>
                <a:gd name="connsiteY0" fmla="*/ 1756853 h 2201665"/>
                <a:gd name="connsiteX1" fmla="*/ 3064296 w 5373710"/>
                <a:gd name="connsiteY1" fmla="*/ 574151 h 2201665"/>
                <a:gd name="connsiteX2" fmla="*/ 4380016 w 5373710"/>
                <a:gd name="connsiteY2" fmla="*/ 1193911 h 2201665"/>
                <a:gd name="connsiteX3" fmla="*/ 4305267 w 5373710"/>
                <a:gd name="connsiteY3" fmla="*/ 2201565 h 2201665"/>
                <a:gd name="connsiteX4" fmla="*/ 5329165 w 5373710"/>
                <a:gd name="connsiteY4" fmla="*/ 1133484 h 2201665"/>
                <a:gd name="connsiteX5" fmla="*/ 4499396 w 5373710"/>
                <a:gd name="connsiteY5" fmla="*/ 735983 h 2201665"/>
                <a:gd name="connsiteX6" fmla="*/ 2986239 w 5373710"/>
                <a:gd name="connsiteY6" fmla="*/ 25 h 2201665"/>
                <a:gd name="connsiteX7" fmla="*/ 370082 w 5373710"/>
                <a:gd name="connsiteY7" fmla="*/ 1287165 h 2201665"/>
                <a:gd name="connsiteX8" fmla="*/ 305408 w 5373710"/>
                <a:gd name="connsiteY8" fmla="*/ 1756853 h 2201665"/>
                <a:gd name="connsiteX0" fmla="*/ 159482 w 5227784"/>
                <a:gd name="connsiteY0" fmla="*/ 1756853 h 2201665"/>
                <a:gd name="connsiteX1" fmla="*/ 2918370 w 5227784"/>
                <a:gd name="connsiteY1" fmla="*/ 574151 h 2201665"/>
                <a:gd name="connsiteX2" fmla="*/ 4234090 w 5227784"/>
                <a:gd name="connsiteY2" fmla="*/ 1193911 h 2201665"/>
                <a:gd name="connsiteX3" fmla="*/ 4159341 w 5227784"/>
                <a:gd name="connsiteY3" fmla="*/ 2201565 h 2201665"/>
                <a:gd name="connsiteX4" fmla="*/ 5183239 w 5227784"/>
                <a:gd name="connsiteY4" fmla="*/ 1133484 h 2201665"/>
                <a:gd name="connsiteX5" fmla="*/ 4353470 w 5227784"/>
                <a:gd name="connsiteY5" fmla="*/ 735983 h 2201665"/>
                <a:gd name="connsiteX6" fmla="*/ 2840313 w 5227784"/>
                <a:gd name="connsiteY6" fmla="*/ 25 h 2201665"/>
                <a:gd name="connsiteX7" fmla="*/ 224156 w 5227784"/>
                <a:gd name="connsiteY7" fmla="*/ 1287165 h 2201665"/>
                <a:gd name="connsiteX8" fmla="*/ 159482 w 5227784"/>
                <a:gd name="connsiteY8" fmla="*/ 1756853 h 2201665"/>
                <a:gd name="connsiteX0" fmla="*/ 267085 w 5335387"/>
                <a:gd name="connsiteY0" fmla="*/ 1756853 h 2201665"/>
                <a:gd name="connsiteX1" fmla="*/ 3025973 w 5335387"/>
                <a:gd name="connsiteY1" fmla="*/ 574151 h 2201665"/>
                <a:gd name="connsiteX2" fmla="*/ 4341693 w 5335387"/>
                <a:gd name="connsiteY2" fmla="*/ 1193911 h 2201665"/>
                <a:gd name="connsiteX3" fmla="*/ 4266944 w 5335387"/>
                <a:gd name="connsiteY3" fmla="*/ 2201565 h 2201665"/>
                <a:gd name="connsiteX4" fmla="*/ 5290842 w 5335387"/>
                <a:gd name="connsiteY4" fmla="*/ 1133484 h 2201665"/>
                <a:gd name="connsiteX5" fmla="*/ 4461073 w 5335387"/>
                <a:gd name="connsiteY5" fmla="*/ 735983 h 2201665"/>
                <a:gd name="connsiteX6" fmla="*/ 2947916 w 5335387"/>
                <a:gd name="connsiteY6" fmla="*/ 25 h 2201665"/>
                <a:gd name="connsiteX7" fmla="*/ 331759 w 5335387"/>
                <a:gd name="connsiteY7" fmla="*/ 1287165 h 2201665"/>
                <a:gd name="connsiteX8" fmla="*/ 114685 w 5335387"/>
                <a:gd name="connsiteY8" fmla="*/ 1535934 h 2201665"/>
                <a:gd name="connsiteX9" fmla="*/ 267085 w 5335387"/>
                <a:gd name="connsiteY9" fmla="*/ 1756853 h 2201665"/>
                <a:gd name="connsiteX0" fmla="*/ 212957 w 5281259"/>
                <a:gd name="connsiteY0" fmla="*/ 1756853 h 2201665"/>
                <a:gd name="connsiteX1" fmla="*/ 2971845 w 5281259"/>
                <a:gd name="connsiteY1" fmla="*/ 574151 h 2201665"/>
                <a:gd name="connsiteX2" fmla="*/ 4287565 w 5281259"/>
                <a:gd name="connsiteY2" fmla="*/ 1193911 h 2201665"/>
                <a:gd name="connsiteX3" fmla="*/ 4212816 w 5281259"/>
                <a:gd name="connsiteY3" fmla="*/ 2201565 h 2201665"/>
                <a:gd name="connsiteX4" fmla="*/ 5236714 w 5281259"/>
                <a:gd name="connsiteY4" fmla="*/ 1133484 h 2201665"/>
                <a:gd name="connsiteX5" fmla="*/ 4406945 w 5281259"/>
                <a:gd name="connsiteY5" fmla="*/ 735983 h 2201665"/>
                <a:gd name="connsiteX6" fmla="*/ 2893788 w 5281259"/>
                <a:gd name="connsiteY6" fmla="*/ 25 h 2201665"/>
                <a:gd name="connsiteX7" fmla="*/ 277631 w 5281259"/>
                <a:gd name="connsiteY7" fmla="*/ 1287165 h 2201665"/>
                <a:gd name="connsiteX8" fmla="*/ 195027 w 5281259"/>
                <a:gd name="connsiteY8" fmla="*/ 1518004 h 2201665"/>
                <a:gd name="connsiteX9" fmla="*/ 212957 w 5281259"/>
                <a:gd name="connsiteY9" fmla="*/ 1756853 h 2201665"/>
                <a:gd name="connsiteX0" fmla="*/ 212957 w 5281259"/>
                <a:gd name="connsiteY0" fmla="*/ 1756853 h 2201665"/>
                <a:gd name="connsiteX1" fmla="*/ 2971845 w 5281259"/>
                <a:gd name="connsiteY1" fmla="*/ 574151 h 2201665"/>
                <a:gd name="connsiteX2" fmla="*/ 4287565 w 5281259"/>
                <a:gd name="connsiteY2" fmla="*/ 1193911 h 2201665"/>
                <a:gd name="connsiteX3" fmla="*/ 4212816 w 5281259"/>
                <a:gd name="connsiteY3" fmla="*/ 2201565 h 2201665"/>
                <a:gd name="connsiteX4" fmla="*/ 5236714 w 5281259"/>
                <a:gd name="connsiteY4" fmla="*/ 1133484 h 2201665"/>
                <a:gd name="connsiteX5" fmla="*/ 4406945 w 5281259"/>
                <a:gd name="connsiteY5" fmla="*/ 735983 h 2201665"/>
                <a:gd name="connsiteX6" fmla="*/ 2893788 w 5281259"/>
                <a:gd name="connsiteY6" fmla="*/ 25 h 2201665"/>
                <a:gd name="connsiteX7" fmla="*/ 277631 w 5281259"/>
                <a:gd name="connsiteY7" fmla="*/ 1287165 h 2201665"/>
                <a:gd name="connsiteX8" fmla="*/ 195027 w 5281259"/>
                <a:gd name="connsiteY8" fmla="*/ 1518004 h 2201665"/>
                <a:gd name="connsiteX9" fmla="*/ 212957 w 5281259"/>
                <a:gd name="connsiteY9" fmla="*/ 1756853 h 2201665"/>
                <a:gd name="connsiteX0" fmla="*/ 156284 w 5224586"/>
                <a:gd name="connsiteY0" fmla="*/ 1756853 h 2201665"/>
                <a:gd name="connsiteX1" fmla="*/ 2915172 w 5224586"/>
                <a:gd name="connsiteY1" fmla="*/ 574151 h 2201665"/>
                <a:gd name="connsiteX2" fmla="*/ 4230892 w 5224586"/>
                <a:gd name="connsiteY2" fmla="*/ 1193911 h 2201665"/>
                <a:gd name="connsiteX3" fmla="*/ 4156143 w 5224586"/>
                <a:gd name="connsiteY3" fmla="*/ 2201565 h 2201665"/>
                <a:gd name="connsiteX4" fmla="*/ 5180041 w 5224586"/>
                <a:gd name="connsiteY4" fmla="*/ 1133484 h 2201665"/>
                <a:gd name="connsiteX5" fmla="*/ 4350272 w 5224586"/>
                <a:gd name="connsiteY5" fmla="*/ 735983 h 2201665"/>
                <a:gd name="connsiteX6" fmla="*/ 2837115 w 5224586"/>
                <a:gd name="connsiteY6" fmla="*/ 25 h 2201665"/>
                <a:gd name="connsiteX7" fmla="*/ 220958 w 5224586"/>
                <a:gd name="connsiteY7" fmla="*/ 1287165 h 2201665"/>
                <a:gd name="connsiteX8" fmla="*/ 138354 w 5224586"/>
                <a:gd name="connsiteY8" fmla="*/ 1518004 h 2201665"/>
                <a:gd name="connsiteX9" fmla="*/ 156284 w 5224586"/>
                <a:gd name="connsiteY9" fmla="*/ 1756853 h 2201665"/>
                <a:gd name="connsiteX0" fmla="*/ 156284 w 5224586"/>
                <a:gd name="connsiteY0" fmla="*/ 1756853 h 2201665"/>
                <a:gd name="connsiteX1" fmla="*/ 2915172 w 5224586"/>
                <a:gd name="connsiteY1" fmla="*/ 574151 h 2201665"/>
                <a:gd name="connsiteX2" fmla="*/ 4230892 w 5224586"/>
                <a:gd name="connsiteY2" fmla="*/ 1193911 h 2201665"/>
                <a:gd name="connsiteX3" fmla="*/ 4156143 w 5224586"/>
                <a:gd name="connsiteY3" fmla="*/ 2201565 h 2201665"/>
                <a:gd name="connsiteX4" fmla="*/ 5180041 w 5224586"/>
                <a:gd name="connsiteY4" fmla="*/ 1133484 h 2201665"/>
                <a:gd name="connsiteX5" fmla="*/ 4350272 w 5224586"/>
                <a:gd name="connsiteY5" fmla="*/ 735983 h 2201665"/>
                <a:gd name="connsiteX6" fmla="*/ 2837115 w 5224586"/>
                <a:gd name="connsiteY6" fmla="*/ 25 h 2201665"/>
                <a:gd name="connsiteX7" fmla="*/ 220958 w 5224586"/>
                <a:gd name="connsiteY7" fmla="*/ 1287165 h 2201665"/>
                <a:gd name="connsiteX8" fmla="*/ 138354 w 5224586"/>
                <a:gd name="connsiteY8" fmla="*/ 1518004 h 2201665"/>
                <a:gd name="connsiteX9" fmla="*/ 156284 w 5224586"/>
                <a:gd name="connsiteY9" fmla="*/ 1756853 h 2201665"/>
                <a:gd name="connsiteX0" fmla="*/ 27023 w 5095325"/>
                <a:gd name="connsiteY0" fmla="*/ 1756850 h 2201662"/>
                <a:gd name="connsiteX1" fmla="*/ 2785911 w 5095325"/>
                <a:gd name="connsiteY1" fmla="*/ 574148 h 2201662"/>
                <a:gd name="connsiteX2" fmla="*/ 4101631 w 5095325"/>
                <a:gd name="connsiteY2" fmla="*/ 1193908 h 2201662"/>
                <a:gd name="connsiteX3" fmla="*/ 4026882 w 5095325"/>
                <a:gd name="connsiteY3" fmla="*/ 2201562 h 2201662"/>
                <a:gd name="connsiteX4" fmla="*/ 5050780 w 5095325"/>
                <a:gd name="connsiteY4" fmla="*/ 1133481 h 2201662"/>
                <a:gd name="connsiteX5" fmla="*/ 4221011 w 5095325"/>
                <a:gd name="connsiteY5" fmla="*/ 735980 h 2201662"/>
                <a:gd name="connsiteX6" fmla="*/ 2707854 w 5095325"/>
                <a:gd name="connsiteY6" fmla="*/ 22 h 2201662"/>
                <a:gd name="connsiteX7" fmla="*/ 91697 w 5095325"/>
                <a:gd name="connsiteY7" fmla="*/ 1287162 h 2201662"/>
                <a:gd name="connsiteX8" fmla="*/ 9093 w 5095325"/>
                <a:gd name="connsiteY8" fmla="*/ 1518001 h 2201662"/>
                <a:gd name="connsiteX9" fmla="*/ 27023 w 5095325"/>
                <a:gd name="connsiteY9" fmla="*/ 1756850 h 2201662"/>
                <a:gd name="connsiteX0" fmla="*/ 27023 w 5095325"/>
                <a:gd name="connsiteY0" fmla="*/ 1756850 h 2201662"/>
                <a:gd name="connsiteX1" fmla="*/ 2785911 w 5095325"/>
                <a:gd name="connsiteY1" fmla="*/ 574148 h 2201662"/>
                <a:gd name="connsiteX2" fmla="*/ 4101631 w 5095325"/>
                <a:gd name="connsiteY2" fmla="*/ 1193908 h 2201662"/>
                <a:gd name="connsiteX3" fmla="*/ 4026882 w 5095325"/>
                <a:gd name="connsiteY3" fmla="*/ 2201562 h 2201662"/>
                <a:gd name="connsiteX4" fmla="*/ 5050780 w 5095325"/>
                <a:gd name="connsiteY4" fmla="*/ 1133481 h 2201662"/>
                <a:gd name="connsiteX5" fmla="*/ 4221011 w 5095325"/>
                <a:gd name="connsiteY5" fmla="*/ 735980 h 2201662"/>
                <a:gd name="connsiteX6" fmla="*/ 2707854 w 5095325"/>
                <a:gd name="connsiteY6" fmla="*/ 22 h 2201662"/>
                <a:gd name="connsiteX7" fmla="*/ 91697 w 5095325"/>
                <a:gd name="connsiteY7" fmla="*/ 1287162 h 2201662"/>
                <a:gd name="connsiteX8" fmla="*/ 9093 w 5095325"/>
                <a:gd name="connsiteY8" fmla="*/ 1518001 h 2201662"/>
                <a:gd name="connsiteX9" fmla="*/ 27023 w 5095325"/>
                <a:gd name="connsiteY9" fmla="*/ 1756850 h 2201662"/>
                <a:gd name="connsiteX0" fmla="*/ 27023 w 5075096"/>
                <a:gd name="connsiteY0" fmla="*/ 1756850 h 2201662"/>
                <a:gd name="connsiteX1" fmla="*/ 2785911 w 5075096"/>
                <a:gd name="connsiteY1" fmla="*/ 574148 h 2201662"/>
                <a:gd name="connsiteX2" fmla="*/ 4101631 w 5075096"/>
                <a:gd name="connsiteY2" fmla="*/ 1193908 h 2201662"/>
                <a:gd name="connsiteX3" fmla="*/ 4026882 w 5075096"/>
                <a:gd name="connsiteY3" fmla="*/ 2201562 h 2201662"/>
                <a:gd name="connsiteX4" fmla="*/ 5050780 w 5075096"/>
                <a:gd name="connsiteY4" fmla="*/ 1133481 h 2201662"/>
                <a:gd name="connsiteX5" fmla="*/ 4221011 w 5075096"/>
                <a:gd name="connsiteY5" fmla="*/ 735980 h 2201662"/>
                <a:gd name="connsiteX6" fmla="*/ 2707854 w 5075096"/>
                <a:gd name="connsiteY6" fmla="*/ 22 h 2201662"/>
                <a:gd name="connsiteX7" fmla="*/ 91697 w 5075096"/>
                <a:gd name="connsiteY7" fmla="*/ 1287162 h 2201662"/>
                <a:gd name="connsiteX8" fmla="*/ 9093 w 5075096"/>
                <a:gd name="connsiteY8" fmla="*/ 1518001 h 2201662"/>
                <a:gd name="connsiteX9" fmla="*/ 27023 w 5075096"/>
                <a:gd name="connsiteY9" fmla="*/ 1756850 h 220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75096" h="2201662">
                  <a:moveTo>
                    <a:pt x="27023" y="1756850"/>
                  </a:moveTo>
                  <a:cubicBezTo>
                    <a:pt x="47866" y="1835761"/>
                    <a:pt x="2106810" y="667972"/>
                    <a:pt x="2785911" y="574148"/>
                  </a:cubicBezTo>
                  <a:cubicBezTo>
                    <a:pt x="3465012" y="480324"/>
                    <a:pt x="3894803" y="922672"/>
                    <a:pt x="4101631" y="1193908"/>
                  </a:cubicBezTo>
                  <a:cubicBezTo>
                    <a:pt x="4308459" y="1465144"/>
                    <a:pt x="3868691" y="2211633"/>
                    <a:pt x="4026882" y="2201562"/>
                  </a:cubicBezTo>
                  <a:cubicBezTo>
                    <a:pt x="4185073" y="2191491"/>
                    <a:pt x="5248041" y="1191817"/>
                    <a:pt x="5050780" y="1133481"/>
                  </a:cubicBezTo>
                  <a:cubicBezTo>
                    <a:pt x="4853519" y="1075145"/>
                    <a:pt x="4611499" y="924890"/>
                    <a:pt x="4221011" y="735980"/>
                  </a:cubicBezTo>
                  <a:lnTo>
                    <a:pt x="2707854" y="22"/>
                  </a:lnTo>
                  <a:cubicBezTo>
                    <a:pt x="2692432" y="-5847"/>
                    <a:pt x="236690" y="1194186"/>
                    <a:pt x="91697" y="1287162"/>
                  </a:cubicBezTo>
                  <a:cubicBezTo>
                    <a:pt x="-53296" y="1380138"/>
                    <a:pt x="19872" y="1439720"/>
                    <a:pt x="9093" y="1518001"/>
                  </a:cubicBezTo>
                  <a:cubicBezTo>
                    <a:pt x="-1686" y="1596282"/>
                    <a:pt x="6180" y="1677939"/>
                    <a:pt x="27023" y="1756850"/>
                  </a:cubicBezTo>
                  <a:close/>
                </a:path>
              </a:pathLst>
            </a:custGeom>
            <a:solidFill>
              <a:srgbClr val="3A988F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" name="Freihandform: Form 1">
              <a:extLst>
                <a:ext uri="{FF2B5EF4-FFF2-40B4-BE49-F238E27FC236}">
                  <a16:creationId xmlns:a16="http://schemas.microsoft.com/office/drawing/2014/main" id="{7EEFD35D-79C9-4CF0-AE89-443F6CD94C31}"/>
                </a:ext>
              </a:extLst>
            </p:cNvPr>
            <p:cNvSpPr/>
            <p:nvPr/>
          </p:nvSpPr>
          <p:spPr>
            <a:xfrm>
              <a:off x="5425320" y="4580721"/>
              <a:ext cx="3090735" cy="1322580"/>
            </a:xfrm>
            <a:custGeom>
              <a:avLst/>
              <a:gdLst>
                <a:gd name="connsiteX0" fmla="*/ 382100 w 1744209"/>
                <a:gd name="connsiteY0" fmla="*/ 971090 h 973047"/>
                <a:gd name="connsiteX1" fmla="*/ 6180 w 1744209"/>
                <a:gd name="connsiteY1" fmla="*/ 610410 h 973047"/>
                <a:gd name="connsiteX2" fmla="*/ 163660 w 1744209"/>
                <a:gd name="connsiteY2" fmla="*/ 112570 h 973047"/>
                <a:gd name="connsiteX3" fmla="*/ 366860 w 1744209"/>
                <a:gd name="connsiteY3" fmla="*/ 305610 h 973047"/>
                <a:gd name="connsiteX4" fmla="*/ 1062820 w 1744209"/>
                <a:gd name="connsiteY4" fmla="*/ 341170 h 973047"/>
                <a:gd name="connsiteX5" fmla="*/ 1626700 w 1744209"/>
                <a:gd name="connsiteY5" fmla="*/ 810 h 973047"/>
                <a:gd name="connsiteX6" fmla="*/ 1626700 w 1744209"/>
                <a:gd name="connsiteY6" fmla="*/ 452930 h 973047"/>
                <a:gd name="connsiteX7" fmla="*/ 382100 w 1744209"/>
                <a:gd name="connsiteY7" fmla="*/ 971090 h 973047"/>
                <a:gd name="connsiteX0" fmla="*/ 378902 w 1741011"/>
                <a:gd name="connsiteY0" fmla="*/ 971090 h 973123"/>
                <a:gd name="connsiteX1" fmla="*/ 2982 w 1741011"/>
                <a:gd name="connsiteY1" fmla="*/ 610410 h 973123"/>
                <a:gd name="connsiteX2" fmla="*/ 211262 w 1741011"/>
                <a:gd name="connsiteY2" fmla="*/ 51610 h 973123"/>
                <a:gd name="connsiteX3" fmla="*/ 363662 w 1741011"/>
                <a:gd name="connsiteY3" fmla="*/ 305610 h 973123"/>
                <a:gd name="connsiteX4" fmla="*/ 1059622 w 1741011"/>
                <a:gd name="connsiteY4" fmla="*/ 341170 h 973123"/>
                <a:gd name="connsiteX5" fmla="*/ 1623502 w 1741011"/>
                <a:gd name="connsiteY5" fmla="*/ 810 h 973123"/>
                <a:gd name="connsiteX6" fmla="*/ 1623502 w 1741011"/>
                <a:gd name="connsiteY6" fmla="*/ 452930 h 973123"/>
                <a:gd name="connsiteX7" fmla="*/ 378902 w 1741011"/>
                <a:gd name="connsiteY7" fmla="*/ 971090 h 973123"/>
                <a:gd name="connsiteX0" fmla="*/ 379099 w 1741208"/>
                <a:gd name="connsiteY0" fmla="*/ 971151 h 973184"/>
                <a:gd name="connsiteX1" fmla="*/ 3179 w 1741208"/>
                <a:gd name="connsiteY1" fmla="*/ 610471 h 973184"/>
                <a:gd name="connsiteX2" fmla="*/ 211459 w 1741208"/>
                <a:gd name="connsiteY2" fmla="*/ 51671 h 973184"/>
                <a:gd name="connsiteX3" fmla="*/ 440059 w 1741208"/>
                <a:gd name="connsiteY3" fmla="*/ 442831 h 973184"/>
                <a:gd name="connsiteX4" fmla="*/ 1059819 w 1741208"/>
                <a:gd name="connsiteY4" fmla="*/ 341231 h 973184"/>
                <a:gd name="connsiteX5" fmla="*/ 1623699 w 1741208"/>
                <a:gd name="connsiteY5" fmla="*/ 871 h 973184"/>
                <a:gd name="connsiteX6" fmla="*/ 1623699 w 1741208"/>
                <a:gd name="connsiteY6" fmla="*/ 452991 h 973184"/>
                <a:gd name="connsiteX7" fmla="*/ 379099 w 1741208"/>
                <a:gd name="connsiteY7" fmla="*/ 971151 h 973184"/>
                <a:gd name="connsiteX0" fmla="*/ 379099 w 1740486"/>
                <a:gd name="connsiteY0" fmla="*/ 971151 h 973184"/>
                <a:gd name="connsiteX1" fmla="*/ 3179 w 1740486"/>
                <a:gd name="connsiteY1" fmla="*/ 610471 h 973184"/>
                <a:gd name="connsiteX2" fmla="*/ 211459 w 1740486"/>
                <a:gd name="connsiteY2" fmla="*/ 51671 h 973184"/>
                <a:gd name="connsiteX3" fmla="*/ 440059 w 1740486"/>
                <a:gd name="connsiteY3" fmla="*/ 442831 h 973184"/>
                <a:gd name="connsiteX4" fmla="*/ 1059819 w 1740486"/>
                <a:gd name="connsiteY4" fmla="*/ 341231 h 973184"/>
                <a:gd name="connsiteX5" fmla="*/ 1623699 w 1740486"/>
                <a:gd name="connsiteY5" fmla="*/ 871 h 973184"/>
                <a:gd name="connsiteX6" fmla="*/ 1623699 w 1740486"/>
                <a:gd name="connsiteY6" fmla="*/ 452991 h 973184"/>
                <a:gd name="connsiteX7" fmla="*/ 379099 w 1740486"/>
                <a:gd name="connsiteY7" fmla="*/ 971151 h 973184"/>
                <a:gd name="connsiteX0" fmla="*/ 379099 w 1714221"/>
                <a:gd name="connsiteY0" fmla="*/ 971151 h 973184"/>
                <a:gd name="connsiteX1" fmla="*/ 3179 w 1714221"/>
                <a:gd name="connsiteY1" fmla="*/ 610471 h 973184"/>
                <a:gd name="connsiteX2" fmla="*/ 211459 w 1714221"/>
                <a:gd name="connsiteY2" fmla="*/ 51671 h 973184"/>
                <a:gd name="connsiteX3" fmla="*/ 440059 w 1714221"/>
                <a:gd name="connsiteY3" fmla="*/ 442831 h 973184"/>
                <a:gd name="connsiteX4" fmla="*/ 1059819 w 1714221"/>
                <a:gd name="connsiteY4" fmla="*/ 341231 h 973184"/>
                <a:gd name="connsiteX5" fmla="*/ 1623699 w 1714221"/>
                <a:gd name="connsiteY5" fmla="*/ 871 h 973184"/>
                <a:gd name="connsiteX6" fmla="*/ 1623699 w 1714221"/>
                <a:gd name="connsiteY6" fmla="*/ 452991 h 973184"/>
                <a:gd name="connsiteX7" fmla="*/ 379099 w 1714221"/>
                <a:gd name="connsiteY7" fmla="*/ 971151 h 973184"/>
                <a:gd name="connsiteX0" fmla="*/ 379099 w 1714221"/>
                <a:gd name="connsiteY0" fmla="*/ 971151 h 973184"/>
                <a:gd name="connsiteX1" fmla="*/ 3179 w 1714221"/>
                <a:gd name="connsiteY1" fmla="*/ 610471 h 973184"/>
                <a:gd name="connsiteX2" fmla="*/ 211459 w 1714221"/>
                <a:gd name="connsiteY2" fmla="*/ 51671 h 973184"/>
                <a:gd name="connsiteX3" fmla="*/ 440059 w 1714221"/>
                <a:gd name="connsiteY3" fmla="*/ 442831 h 973184"/>
                <a:gd name="connsiteX4" fmla="*/ 1059819 w 1714221"/>
                <a:gd name="connsiteY4" fmla="*/ 341231 h 973184"/>
                <a:gd name="connsiteX5" fmla="*/ 1623699 w 1714221"/>
                <a:gd name="connsiteY5" fmla="*/ 871 h 973184"/>
                <a:gd name="connsiteX6" fmla="*/ 1623699 w 1714221"/>
                <a:gd name="connsiteY6" fmla="*/ 452991 h 973184"/>
                <a:gd name="connsiteX7" fmla="*/ 379099 w 1714221"/>
                <a:gd name="connsiteY7" fmla="*/ 971151 h 973184"/>
                <a:gd name="connsiteX0" fmla="*/ 379099 w 1655558"/>
                <a:gd name="connsiteY0" fmla="*/ 971151 h 973184"/>
                <a:gd name="connsiteX1" fmla="*/ 3179 w 1655558"/>
                <a:gd name="connsiteY1" fmla="*/ 610471 h 973184"/>
                <a:gd name="connsiteX2" fmla="*/ 211459 w 1655558"/>
                <a:gd name="connsiteY2" fmla="*/ 51671 h 973184"/>
                <a:gd name="connsiteX3" fmla="*/ 440059 w 1655558"/>
                <a:gd name="connsiteY3" fmla="*/ 442831 h 973184"/>
                <a:gd name="connsiteX4" fmla="*/ 1059819 w 1655558"/>
                <a:gd name="connsiteY4" fmla="*/ 341231 h 973184"/>
                <a:gd name="connsiteX5" fmla="*/ 1623699 w 1655558"/>
                <a:gd name="connsiteY5" fmla="*/ 871 h 973184"/>
                <a:gd name="connsiteX6" fmla="*/ 1623699 w 1655558"/>
                <a:gd name="connsiteY6" fmla="*/ 452991 h 973184"/>
                <a:gd name="connsiteX7" fmla="*/ 379099 w 1655558"/>
                <a:gd name="connsiteY7" fmla="*/ 971151 h 973184"/>
                <a:gd name="connsiteX0" fmla="*/ 379099 w 1714221"/>
                <a:gd name="connsiteY0" fmla="*/ 1016871 h 1018641"/>
                <a:gd name="connsiteX1" fmla="*/ 3179 w 1714221"/>
                <a:gd name="connsiteY1" fmla="*/ 610471 h 1018641"/>
                <a:gd name="connsiteX2" fmla="*/ 211459 w 1714221"/>
                <a:gd name="connsiteY2" fmla="*/ 51671 h 1018641"/>
                <a:gd name="connsiteX3" fmla="*/ 440059 w 1714221"/>
                <a:gd name="connsiteY3" fmla="*/ 442831 h 1018641"/>
                <a:gd name="connsiteX4" fmla="*/ 1059819 w 1714221"/>
                <a:gd name="connsiteY4" fmla="*/ 341231 h 1018641"/>
                <a:gd name="connsiteX5" fmla="*/ 1623699 w 1714221"/>
                <a:gd name="connsiteY5" fmla="*/ 871 h 1018641"/>
                <a:gd name="connsiteX6" fmla="*/ 1623699 w 1714221"/>
                <a:gd name="connsiteY6" fmla="*/ 452991 h 1018641"/>
                <a:gd name="connsiteX7" fmla="*/ 379099 w 1714221"/>
                <a:gd name="connsiteY7" fmla="*/ 1016871 h 1018641"/>
                <a:gd name="connsiteX0" fmla="*/ 379099 w 1714221"/>
                <a:gd name="connsiteY0" fmla="*/ 1016871 h 1018641"/>
                <a:gd name="connsiteX1" fmla="*/ 3179 w 1714221"/>
                <a:gd name="connsiteY1" fmla="*/ 610471 h 1018641"/>
                <a:gd name="connsiteX2" fmla="*/ 211459 w 1714221"/>
                <a:gd name="connsiteY2" fmla="*/ 51671 h 1018641"/>
                <a:gd name="connsiteX3" fmla="*/ 440059 w 1714221"/>
                <a:gd name="connsiteY3" fmla="*/ 442831 h 1018641"/>
                <a:gd name="connsiteX4" fmla="*/ 1059819 w 1714221"/>
                <a:gd name="connsiteY4" fmla="*/ 341231 h 1018641"/>
                <a:gd name="connsiteX5" fmla="*/ 1623699 w 1714221"/>
                <a:gd name="connsiteY5" fmla="*/ 871 h 1018641"/>
                <a:gd name="connsiteX6" fmla="*/ 1623699 w 1714221"/>
                <a:gd name="connsiteY6" fmla="*/ 452991 h 1018641"/>
                <a:gd name="connsiteX7" fmla="*/ 379099 w 1714221"/>
                <a:gd name="connsiteY7" fmla="*/ 1016871 h 1018641"/>
                <a:gd name="connsiteX0" fmla="*/ 727671 w 2062793"/>
                <a:gd name="connsiteY0" fmla="*/ 1016871 h 1062992"/>
                <a:gd name="connsiteX1" fmla="*/ 1231 w 2062793"/>
                <a:gd name="connsiteY1" fmla="*/ 920351 h 1062992"/>
                <a:gd name="connsiteX2" fmla="*/ 560031 w 2062793"/>
                <a:gd name="connsiteY2" fmla="*/ 51671 h 1062992"/>
                <a:gd name="connsiteX3" fmla="*/ 788631 w 2062793"/>
                <a:gd name="connsiteY3" fmla="*/ 442831 h 1062992"/>
                <a:gd name="connsiteX4" fmla="*/ 1408391 w 2062793"/>
                <a:gd name="connsiteY4" fmla="*/ 341231 h 1062992"/>
                <a:gd name="connsiteX5" fmla="*/ 1972271 w 2062793"/>
                <a:gd name="connsiteY5" fmla="*/ 871 h 1062992"/>
                <a:gd name="connsiteX6" fmla="*/ 1972271 w 2062793"/>
                <a:gd name="connsiteY6" fmla="*/ 452991 h 1062992"/>
                <a:gd name="connsiteX7" fmla="*/ 727671 w 2062793"/>
                <a:gd name="connsiteY7" fmla="*/ 1016871 h 1062992"/>
                <a:gd name="connsiteX0" fmla="*/ 508275 w 2078014"/>
                <a:gd name="connsiteY0" fmla="*/ 1184511 h 1205251"/>
                <a:gd name="connsiteX1" fmla="*/ 275 w 2078014"/>
                <a:gd name="connsiteY1" fmla="*/ 920351 h 1205251"/>
                <a:gd name="connsiteX2" fmla="*/ 559075 w 2078014"/>
                <a:gd name="connsiteY2" fmla="*/ 51671 h 1205251"/>
                <a:gd name="connsiteX3" fmla="*/ 787675 w 2078014"/>
                <a:gd name="connsiteY3" fmla="*/ 442831 h 1205251"/>
                <a:gd name="connsiteX4" fmla="*/ 1407435 w 2078014"/>
                <a:gd name="connsiteY4" fmla="*/ 341231 h 1205251"/>
                <a:gd name="connsiteX5" fmla="*/ 1971315 w 2078014"/>
                <a:gd name="connsiteY5" fmla="*/ 871 h 1205251"/>
                <a:gd name="connsiteX6" fmla="*/ 1971315 w 2078014"/>
                <a:gd name="connsiteY6" fmla="*/ 452991 h 1205251"/>
                <a:gd name="connsiteX7" fmla="*/ 508275 w 2078014"/>
                <a:gd name="connsiteY7" fmla="*/ 1184511 h 1205251"/>
                <a:gd name="connsiteX0" fmla="*/ 1331021 w 2900760"/>
                <a:gd name="connsiteY0" fmla="*/ 1184511 h 1235831"/>
                <a:gd name="connsiteX1" fmla="*/ 61 w 2900760"/>
                <a:gd name="connsiteY1" fmla="*/ 1049891 h 1235831"/>
                <a:gd name="connsiteX2" fmla="*/ 1381821 w 2900760"/>
                <a:gd name="connsiteY2" fmla="*/ 51671 h 1235831"/>
                <a:gd name="connsiteX3" fmla="*/ 1610421 w 2900760"/>
                <a:gd name="connsiteY3" fmla="*/ 442831 h 1235831"/>
                <a:gd name="connsiteX4" fmla="*/ 2230181 w 2900760"/>
                <a:gd name="connsiteY4" fmla="*/ 341231 h 1235831"/>
                <a:gd name="connsiteX5" fmla="*/ 2794061 w 2900760"/>
                <a:gd name="connsiteY5" fmla="*/ 871 h 1235831"/>
                <a:gd name="connsiteX6" fmla="*/ 2794061 w 2900760"/>
                <a:gd name="connsiteY6" fmla="*/ 452991 h 1235831"/>
                <a:gd name="connsiteX7" fmla="*/ 1331021 w 2900760"/>
                <a:gd name="connsiteY7" fmla="*/ 1184511 h 1235831"/>
                <a:gd name="connsiteX0" fmla="*/ 1332921 w 2902660"/>
                <a:gd name="connsiteY0" fmla="*/ 1184511 h 1213449"/>
                <a:gd name="connsiteX1" fmla="*/ 1961 w 2902660"/>
                <a:gd name="connsiteY1" fmla="*/ 1049891 h 1213449"/>
                <a:gd name="connsiteX2" fmla="*/ 1048441 w 2902660"/>
                <a:gd name="connsiteY2" fmla="*/ 889871 h 1213449"/>
                <a:gd name="connsiteX3" fmla="*/ 1612321 w 2902660"/>
                <a:gd name="connsiteY3" fmla="*/ 442831 h 1213449"/>
                <a:gd name="connsiteX4" fmla="*/ 2232081 w 2902660"/>
                <a:gd name="connsiteY4" fmla="*/ 341231 h 1213449"/>
                <a:gd name="connsiteX5" fmla="*/ 2795961 w 2902660"/>
                <a:gd name="connsiteY5" fmla="*/ 871 h 1213449"/>
                <a:gd name="connsiteX6" fmla="*/ 2795961 w 2902660"/>
                <a:gd name="connsiteY6" fmla="*/ 452991 h 1213449"/>
                <a:gd name="connsiteX7" fmla="*/ 1332921 w 2902660"/>
                <a:gd name="connsiteY7" fmla="*/ 1184511 h 1213449"/>
                <a:gd name="connsiteX0" fmla="*/ 1332845 w 2902584"/>
                <a:gd name="connsiteY0" fmla="*/ 1184423 h 1213361"/>
                <a:gd name="connsiteX1" fmla="*/ 1885 w 2902584"/>
                <a:gd name="connsiteY1" fmla="*/ 1049803 h 1213361"/>
                <a:gd name="connsiteX2" fmla="*/ 1048365 w 2902584"/>
                <a:gd name="connsiteY2" fmla="*/ 889783 h 1213361"/>
                <a:gd name="connsiteX3" fmla="*/ 1398885 w 2902584"/>
                <a:gd name="connsiteY3" fmla="*/ 237003 h 1213361"/>
                <a:gd name="connsiteX4" fmla="*/ 2232005 w 2902584"/>
                <a:gd name="connsiteY4" fmla="*/ 341143 h 1213361"/>
                <a:gd name="connsiteX5" fmla="*/ 2795885 w 2902584"/>
                <a:gd name="connsiteY5" fmla="*/ 783 h 1213361"/>
                <a:gd name="connsiteX6" fmla="*/ 2795885 w 2902584"/>
                <a:gd name="connsiteY6" fmla="*/ 452903 h 1213361"/>
                <a:gd name="connsiteX7" fmla="*/ 1332845 w 2902584"/>
                <a:gd name="connsiteY7" fmla="*/ 1184423 h 1213361"/>
                <a:gd name="connsiteX0" fmla="*/ 1332845 w 2902584"/>
                <a:gd name="connsiteY0" fmla="*/ 1184970 h 1213908"/>
                <a:gd name="connsiteX1" fmla="*/ 1885 w 2902584"/>
                <a:gd name="connsiteY1" fmla="*/ 1050350 h 1213908"/>
                <a:gd name="connsiteX2" fmla="*/ 1048365 w 2902584"/>
                <a:gd name="connsiteY2" fmla="*/ 890330 h 1213908"/>
                <a:gd name="connsiteX3" fmla="*/ 1398885 w 2902584"/>
                <a:gd name="connsiteY3" fmla="*/ 237550 h 1213908"/>
                <a:gd name="connsiteX4" fmla="*/ 2262485 w 2902584"/>
                <a:gd name="connsiteY4" fmla="*/ 204530 h 1213908"/>
                <a:gd name="connsiteX5" fmla="*/ 2795885 w 2902584"/>
                <a:gd name="connsiteY5" fmla="*/ 1330 h 1213908"/>
                <a:gd name="connsiteX6" fmla="*/ 2795885 w 2902584"/>
                <a:gd name="connsiteY6" fmla="*/ 453450 h 1213908"/>
                <a:gd name="connsiteX7" fmla="*/ 1332845 w 2902584"/>
                <a:gd name="connsiteY7" fmla="*/ 1184970 h 1213908"/>
                <a:gd name="connsiteX0" fmla="*/ 1622004 w 3191743"/>
                <a:gd name="connsiteY0" fmla="*/ 1184970 h 1205928"/>
                <a:gd name="connsiteX1" fmla="*/ 1484 w 3191743"/>
                <a:gd name="connsiteY1" fmla="*/ 997010 h 1205928"/>
                <a:gd name="connsiteX2" fmla="*/ 1337524 w 3191743"/>
                <a:gd name="connsiteY2" fmla="*/ 890330 h 1205928"/>
                <a:gd name="connsiteX3" fmla="*/ 1688044 w 3191743"/>
                <a:gd name="connsiteY3" fmla="*/ 237550 h 1205928"/>
                <a:gd name="connsiteX4" fmla="*/ 2551644 w 3191743"/>
                <a:gd name="connsiteY4" fmla="*/ 204530 h 1205928"/>
                <a:gd name="connsiteX5" fmla="*/ 3085044 w 3191743"/>
                <a:gd name="connsiteY5" fmla="*/ 1330 h 1205928"/>
                <a:gd name="connsiteX6" fmla="*/ 3085044 w 3191743"/>
                <a:gd name="connsiteY6" fmla="*/ 453450 h 1205928"/>
                <a:gd name="connsiteX7" fmla="*/ 1622004 w 3191743"/>
                <a:gd name="connsiteY7" fmla="*/ 1184970 h 1205928"/>
                <a:gd name="connsiteX0" fmla="*/ 1270118 w 3216338"/>
                <a:gd name="connsiteY0" fmla="*/ 1306890 h 1322470"/>
                <a:gd name="connsiteX1" fmla="*/ 118 w 3216338"/>
                <a:gd name="connsiteY1" fmla="*/ 997010 h 1322470"/>
                <a:gd name="connsiteX2" fmla="*/ 1336158 w 3216338"/>
                <a:gd name="connsiteY2" fmla="*/ 890330 h 1322470"/>
                <a:gd name="connsiteX3" fmla="*/ 1686678 w 3216338"/>
                <a:gd name="connsiteY3" fmla="*/ 237550 h 1322470"/>
                <a:gd name="connsiteX4" fmla="*/ 2550278 w 3216338"/>
                <a:gd name="connsiteY4" fmla="*/ 204530 h 1322470"/>
                <a:gd name="connsiteX5" fmla="*/ 3083678 w 3216338"/>
                <a:gd name="connsiteY5" fmla="*/ 1330 h 1322470"/>
                <a:gd name="connsiteX6" fmla="*/ 3083678 w 3216338"/>
                <a:gd name="connsiteY6" fmla="*/ 453450 h 1322470"/>
                <a:gd name="connsiteX7" fmla="*/ 1270118 w 3216338"/>
                <a:gd name="connsiteY7" fmla="*/ 1306890 h 1322470"/>
                <a:gd name="connsiteX0" fmla="*/ 1270118 w 3216338"/>
                <a:gd name="connsiteY0" fmla="*/ 1306890 h 1322470"/>
                <a:gd name="connsiteX1" fmla="*/ 118 w 3216338"/>
                <a:gd name="connsiteY1" fmla="*/ 997010 h 1322470"/>
                <a:gd name="connsiteX2" fmla="*/ 1336158 w 3216338"/>
                <a:gd name="connsiteY2" fmla="*/ 890330 h 1322470"/>
                <a:gd name="connsiteX3" fmla="*/ 1686678 w 3216338"/>
                <a:gd name="connsiteY3" fmla="*/ 237550 h 1322470"/>
                <a:gd name="connsiteX4" fmla="*/ 2550278 w 3216338"/>
                <a:gd name="connsiteY4" fmla="*/ 204530 h 1322470"/>
                <a:gd name="connsiteX5" fmla="*/ 3083678 w 3216338"/>
                <a:gd name="connsiteY5" fmla="*/ 1330 h 1322470"/>
                <a:gd name="connsiteX6" fmla="*/ 3083678 w 3216338"/>
                <a:gd name="connsiteY6" fmla="*/ 453450 h 1322470"/>
                <a:gd name="connsiteX7" fmla="*/ 1270118 w 3216338"/>
                <a:gd name="connsiteY7" fmla="*/ 1306890 h 1322470"/>
                <a:gd name="connsiteX0" fmla="*/ 1270118 w 3206921"/>
                <a:gd name="connsiteY0" fmla="*/ 1306890 h 1322470"/>
                <a:gd name="connsiteX1" fmla="*/ 118 w 3206921"/>
                <a:gd name="connsiteY1" fmla="*/ 997010 h 1322470"/>
                <a:gd name="connsiteX2" fmla="*/ 1336158 w 3206921"/>
                <a:gd name="connsiteY2" fmla="*/ 890330 h 1322470"/>
                <a:gd name="connsiteX3" fmla="*/ 1686678 w 3206921"/>
                <a:gd name="connsiteY3" fmla="*/ 237550 h 1322470"/>
                <a:gd name="connsiteX4" fmla="*/ 2550278 w 3206921"/>
                <a:gd name="connsiteY4" fmla="*/ 204530 h 1322470"/>
                <a:gd name="connsiteX5" fmla="*/ 3083678 w 3206921"/>
                <a:gd name="connsiteY5" fmla="*/ 1330 h 1322470"/>
                <a:gd name="connsiteX6" fmla="*/ 3083678 w 3206921"/>
                <a:gd name="connsiteY6" fmla="*/ 453450 h 1322470"/>
                <a:gd name="connsiteX7" fmla="*/ 1270118 w 3206921"/>
                <a:gd name="connsiteY7" fmla="*/ 1306890 h 1322470"/>
                <a:gd name="connsiteX0" fmla="*/ 1270118 w 3206921"/>
                <a:gd name="connsiteY0" fmla="*/ 1306890 h 1322470"/>
                <a:gd name="connsiteX1" fmla="*/ 118 w 3206921"/>
                <a:gd name="connsiteY1" fmla="*/ 997010 h 1322470"/>
                <a:gd name="connsiteX2" fmla="*/ 1336158 w 3206921"/>
                <a:gd name="connsiteY2" fmla="*/ 890330 h 1322470"/>
                <a:gd name="connsiteX3" fmla="*/ 1686678 w 3206921"/>
                <a:gd name="connsiteY3" fmla="*/ 237550 h 1322470"/>
                <a:gd name="connsiteX4" fmla="*/ 2550278 w 3206921"/>
                <a:gd name="connsiteY4" fmla="*/ 204530 h 1322470"/>
                <a:gd name="connsiteX5" fmla="*/ 3083678 w 3206921"/>
                <a:gd name="connsiteY5" fmla="*/ 1330 h 1322470"/>
                <a:gd name="connsiteX6" fmla="*/ 3083678 w 3206921"/>
                <a:gd name="connsiteY6" fmla="*/ 453450 h 1322470"/>
                <a:gd name="connsiteX7" fmla="*/ 1270118 w 3206921"/>
                <a:gd name="connsiteY7" fmla="*/ 1306890 h 1322470"/>
                <a:gd name="connsiteX0" fmla="*/ 1270118 w 3085338"/>
                <a:gd name="connsiteY0" fmla="*/ 1306890 h 1322470"/>
                <a:gd name="connsiteX1" fmla="*/ 118 w 3085338"/>
                <a:gd name="connsiteY1" fmla="*/ 997010 h 1322470"/>
                <a:gd name="connsiteX2" fmla="*/ 1336158 w 3085338"/>
                <a:gd name="connsiteY2" fmla="*/ 890330 h 1322470"/>
                <a:gd name="connsiteX3" fmla="*/ 1686678 w 3085338"/>
                <a:gd name="connsiteY3" fmla="*/ 237550 h 1322470"/>
                <a:gd name="connsiteX4" fmla="*/ 2550278 w 3085338"/>
                <a:gd name="connsiteY4" fmla="*/ 204530 h 1322470"/>
                <a:gd name="connsiteX5" fmla="*/ 3083678 w 3085338"/>
                <a:gd name="connsiteY5" fmla="*/ 1330 h 1322470"/>
                <a:gd name="connsiteX6" fmla="*/ 3083678 w 3085338"/>
                <a:gd name="connsiteY6" fmla="*/ 453450 h 1322470"/>
                <a:gd name="connsiteX7" fmla="*/ 1270118 w 3085338"/>
                <a:gd name="connsiteY7" fmla="*/ 1306890 h 1322470"/>
                <a:gd name="connsiteX0" fmla="*/ 1270118 w 3085338"/>
                <a:gd name="connsiteY0" fmla="*/ 1307000 h 1322580"/>
                <a:gd name="connsiteX1" fmla="*/ 118 w 3085338"/>
                <a:gd name="connsiteY1" fmla="*/ 997120 h 1322580"/>
                <a:gd name="connsiteX2" fmla="*/ 1336158 w 3085338"/>
                <a:gd name="connsiteY2" fmla="*/ 890440 h 1322580"/>
                <a:gd name="connsiteX3" fmla="*/ 1762878 w 3085338"/>
                <a:gd name="connsiteY3" fmla="*/ 329100 h 1322580"/>
                <a:gd name="connsiteX4" fmla="*/ 2550278 w 3085338"/>
                <a:gd name="connsiteY4" fmla="*/ 204640 h 1322580"/>
                <a:gd name="connsiteX5" fmla="*/ 3083678 w 3085338"/>
                <a:gd name="connsiteY5" fmla="*/ 1440 h 1322580"/>
                <a:gd name="connsiteX6" fmla="*/ 3083678 w 3085338"/>
                <a:gd name="connsiteY6" fmla="*/ 453560 h 1322580"/>
                <a:gd name="connsiteX7" fmla="*/ 1270118 w 3085338"/>
                <a:gd name="connsiteY7" fmla="*/ 1307000 h 1322580"/>
                <a:gd name="connsiteX0" fmla="*/ 1270118 w 3085338"/>
                <a:gd name="connsiteY0" fmla="*/ 1307000 h 1322580"/>
                <a:gd name="connsiteX1" fmla="*/ 118 w 3085338"/>
                <a:gd name="connsiteY1" fmla="*/ 997120 h 1322580"/>
                <a:gd name="connsiteX2" fmla="*/ 1336158 w 3085338"/>
                <a:gd name="connsiteY2" fmla="*/ 890440 h 1322580"/>
                <a:gd name="connsiteX3" fmla="*/ 1762878 w 3085338"/>
                <a:gd name="connsiteY3" fmla="*/ 329100 h 1322580"/>
                <a:gd name="connsiteX4" fmla="*/ 2550278 w 3085338"/>
                <a:gd name="connsiteY4" fmla="*/ 204640 h 1322580"/>
                <a:gd name="connsiteX5" fmla="*/ 3083678 w 3085338"/>
                <a:gd name="connsiteY5" fmla="*/ 1440 h 1322580"/>
                <a:gd name="connsiteX6" fmla="*/ 3083678 w 3085338"/>
                <a:gd name="connsiteY6" fmla="*/ 453560 h 1322580"/>
                <a:gd name="connsiteX7" fmla="*/ 1270118 w 3085338"/>
                <a:gd name="connsiteY7" fmla="*/ 1307000 h 1322580"/>
                <a:gd name="connsiteX0" fmla="*/ 1270118 w 3104800"/>
                <a:gd name="connsiteY0" fmla="*/ 1307000 h 1322580"/>
                <a:gd name="connsiteX1" fmla="*/ 118 w 3104800"/>
                <a:gd name="connsiteY1" fmla="*/ 997120 h 1322580"/>
                <a:gd name="connsiteX2" fmla="*/ 1336158 w 3104800"/>
                <a:gd name="connsiteY2" fmla="*/ 890440 h 1322580"/>
                <a:gd name="connsiteX3" fmla="*/ 1762878 w 3104800"/>
                <a:gd name="connsiteY3" fmla="*/ 329100 h 1322580"/>
                <a:gd name="connsiteX4" fmla="*/ 2550278 w 3104800"/>
                <a:gd name="connsiteY4" fmla="*/ 204640 h 1322580"/>
                <a:gd name="connsiteX5" fmla="*/ 3083678 w 3104800"/>
                <a:gd name="connsiteY5" fmla="*/ 1440 h 1322580"/>
                <a:gd name="connsiteX6" fmla="*/ 3083678 w 3104800"/>
                <a:gd name="connsiteY6" fmla="*/ 453560 h 1322580"/>
                <a:gd name="connsiteX7" fmla="*/ 1270118 w 3104800"/>
                <a:gd name="connsiteY7" fmla="*/ 1307000 h 1322580"/>
                <a:gd name="connsiteX0" fmla="*/ 1270118 w 3090735"/>
                <a:gd name="connsiteY0" fmla="*/ 1307000 h 1322580"/>
                <a:gd name="connsiteX1" fmla="*/ 118 w 3090735"/>
                <a:gd name="connsiteY1" fmla="*/ 997120 h 1322580"/>
                <a:gd name="connsiteX2" fmla="*/ 1336158 w 3090735"/>
                <a:gd name="connsiteY2" fmla="*/ 890440 h 1322580"/>
                <a:gd name="connsiteX3" fmla="*/ 1762878 w 3090735"/>
                <a:gd name="connsiteY3" fmla="*/ 329100 h 1322580"/>
                <a:gd name="connsiteX4" fmla="*/ 2550278 w 3090735"/>
                <a:gd name="connsiteY4" fmla="*/ 204640 h 1322580"/>
                <a:gd name="connsiteX5" fmla="*/ 3083678 w 3090735"/>
                <a:gd name="connsiteY5" fmla="*/ 1440 h 1322580"/>
                <a:gd name="connsiteX6" fmla="*/ 3083678 w 3090735"/>
                <a:gd name="connsiteY6" fmla="*/ 453560 h 1322580"/>
                <a:gd name="connsiteX7" fmla="*/ 1270118 w 3090735"/>
                <a:gd name="connsiteY7" fmla="*/ 1307000 h 132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0735" h="1322580">
                  <a:moveTo>
                    <a:pt x="1270118" y="1307000"/>
                  </a:moveTo>
                  <a:cubicBezTo>
                    <a:pt x="756191" y="1397593"/>
                    <a:pt x="-10889" y="1066547"/>
                    <a:pt x="118" y="997120"/>
                  </a:cubicBezTo>
                  <a:cubicBezTo>
                    <a:pt x="11125" y="927693"/>
                    <a:pt x="1042365" y="1001777"/>
                    <a:pt x="1336158" y="890440"/>
                  </a:cubicBezTo>
                  <a:cubicBezTo>
                    <a:pt x="1629951" y="779103"/>
                    <a:pt x="1560525" y="443400"/>
                    <a:pt x="1762878" y="329100"/>
                  </a:cubicBezTo>
                  <a:cubicBezTo>
                    <a:pt x="1965231" y="214800"/>
                    <a:pt x="2330145" y="259250"/>
                    <a:pt x="2550278" y="204640"/>
                  </a:cubicBezTo>
                  <a:cubicBezTo>
                    <a:pt x="2770411" y="150030"/>
                    <a:pt x="2989698" y="-17187"/>
                    <a:pt x="3083678" y="1440"/>
                  </a:cubicBezTo>
                  <a:cubicBezTo>
                    <a:pt x="3030338" y="65787"/>
                    <a:pt x="3114666" y="423419"/>
                    <a:pt x="3083678" y="453560"/>
                  </a:cubicBezTo>
                  <a:cubicBezTo>
                    <a:pt x="3052690" y="483701"/>
                    <a:pt x="1784045" y="1216407"/>
                    <a:pt x="1270118" y="1307000"/>
                  </a:cubicBezTo>
                  <a:close/>
                </a:path>
              </a:pathLst>
            </a:custGeom>
            <a:solidFill>
              <a:srgbClr val="C2ECE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3EAB5068-BAB2-4B92-B3D6-0E427B87EC5B}"/>
                </a:ext>
              </a:extLst>
            </p:cNvPr>
            <p:cNvGrpSpPr/>
            <p:nvPr/>
          </p:nvGrpSpPr>
          <p:grpSpPr>
            <a:xfrm>
              <a:off x="3278561" y="3092926"/>
              <a:ext cx="5323894" cy="772935"/>
              <a:chOff x="8607421" y="5910301"/>
              <a:chExt cx="5323894" cy="772935"/>
            </a:xfrm>
          </p:grpSpPr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78662E96-2F75-49F5-B7B2-2A0F17C71423}"/>
                  </a:ext>
                </a:extLst>
              </p:cNvPr>
              <p:cNvSpPr txBox="1"/>
              <p:nvPr/>
            </p:nvSpPr>
            <p:spPr>
              <a:xfrm>
                <a:off x="8607422" y="5913795"/>
                <a:ext cx="5323893" cy="769441"/>
              </a:xfrm>
              <a:prstGeom prst="rect">
                <a:avLst/>
              </a:prstGeom>
              <a:noFill/>
              <a:effectLst>
                <a:glow>
                  <a:schemeClr val="accent1">
                    <a:satMod val="175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stA="45000" endPos="0" dist="50800" dir="5400000" sy="-100000" algn="bl" rotWithShape="0"/>
                <a:softEdge rad="0"/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de-DE" sz="4400" b="1" dirty="0" err="1">
                    <a:ln w="101600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FLasher</a:t>
                </a:r>
                <a:r>
                  <a:rPr lang="de-DE" sz="4400" b="1" dirty="0">
                    <a:ln w="101600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      EMSRR</a:t>
                </a:r>
              </a:p>
            </p:txBody>
          </p:sp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7688931C-4E38-4181-A917-C3C011A7B82A}"/>
                  </a:ext>
                </a:extLst>
              </p:cNvPr>
              <p:cNvSpPr txBox="1"/>
              <p:nvPr/>
            </p:nvSpPr>
            <p:spPr>
              <a:xfrm>
                <a:off x="8607421" y="5910301"/>
                <a:ext cx="5323893" cy="769441"/>
              </a:xfrm>
              <a:prstGeom prst="rect">
                <a:avLst/>
              </a:prstGeom>
              <a:noFill/>
              <a:effectLst>
                <a:glow>
                  <a:schemeClr val="accent1">
                    <a:satMod val="175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stA="45000" endPos="0" dist="50800" dir="5400000" sy="-100000" algn="bl" rotWithShape="0"/>
                <a:softEdge rad="0"/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de-DE" sz="4400" b="1" dirty="0" err="1">
                    <a:ln w="50800" cmpd="sng">
                      <a:noFill/>
                      <a:prstDash val="solid"/>
                    </a:ln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FLasher</a:t>
                </a:r>
                <a:r>
                  <a:rPr lang="de-DE" sz="4400" b="1" dirty="0">
                    <a:ln w="50800" cmpd="sng">
                      <a:noFill/>
                      <a:prstDash val="solid"/>
                    </a:ln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      </a:t>
                </a:r>
                <a:r>
                  <a:rPr lang="de-DE" sz="4400" b="1" dirty="0">
                    <a:ln w="50800">
                      <a:noFill/>
                      <a:prstDash val="solid"/>
                    </a:ln>
                    <a:solidFill>
                      <a:srgbClr val="186676"/>
                    </a:solidFill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EMSRR </a:t>
                </a:r>
              </a:p>
            </p:txBody>
          </p:sp>
        </p:grpSp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F2CBDAC3-C759-441E-B98D-F5CBCC1A0B61}"/>
                </a:ext>
              </a:extLst>
            </p:cNvPr>
            <p:cNvSpPr/>
            <p:nvPr/>
          </p:nvSpPr>
          <p:spPr>
            <a:xfrm>
              <a:off x="3087987" y="4156529"/>
              <a:ext cx="5363630" cy="2249738"/>
            </a:xfrm>
            <a:custGeom>
              <a:avLst/>
              <a:gdLst>
                <a:gd name="connsiteX0" fmla="*/ 18419 w 4335771"/>
                <a:gd name="connsiteY0" fmla="*/ 588416 h 1592615"/>
                <a:gd name="connsiteX1" fmla="*/ 628019 w 4335771"/>
                <a:gd name="connsiteY1" fmla="*/ 588 h 1592615"/>
                <a:gd name="connsiteX2" fmla="*/ 1375504 w 4335771"/>
                <a:gd name="connsiteY2" fmla="*/ 682759 h 1592615"/>
                <a:gd name="connsiteX3" fmla="*/ 4169504 w 4335771"/>
                <a:gd name="connsiteY3" fmla="*/ 356188 h 1592615"/>
                <a:gd name="connsiteX4" fmla="*/ 3632476 w 4335771"/>
                <a:gd name="connsiteY4" fmla="*/ 1488302 h 1592615"/>
                <a:gd name="connsiteX5" fmla="*/ 475619 w 4335771"/>
                <a:gd name="connsiteY5" fmla="*/ 1430245 h 1592615"/>
                <a:gd name="connsiteX6" fmla="*/ 69219 w 4335771"/>
                <a:gd name="connsiteY6" fmla="*/ 501331 h 1592615"/>
                <a:gd name="connsiteX0" fmla="*/ 18419 w 4189981"/>
                <a:gd name="connsiteY0" fmla="*/ 588416 h 1592615"/>
                <a:gd name="connsiteX1" fmla="*/ 628019 w 4189981"/>
                <a:gd name="connsiteY1" fmla="*/ 588 h 1592615"/>
                <a:gd name="connsiteX2" fmla="*/ 1375504 w 4189981"/>
                <a:gd name="connsiteY2" fmla="*/ 682759 h 1592615"/>
                <a:gd name="connsiteX3" fmla="*/ 4169504 w 4189981"/>
                <a:gd name="connsiteY3" fmla="*/ 356188 h 1592615"/>
                <a:gd name="connsiteX4" fmla="*/ 3632476 w 4189981"/>
                <a:gd name="connsiteY4" fmla="*/ 1488302 h 1592615"/>
                <a:gd name="connsiteX5" fmla="*/ 475619 w 4189981"/>
                <a:gd name="connsiteY5" fmla="*/ 1430245 h 1592615"/>
                <a:gd name="connsiteX6" fmla="*/ 69219 w 4189981"/>
                <a:gd name="connsiteY6" fmla="*/ 501331 h 1592615"/>
                <a:gd name="connsiteX0" fmla="*/ 18419 w 4189981"/>
                <a:gd name="connsiteY0" fmla="*/ 588416 h 1716496"/>
                <a:gd name="connsiteX1" fmla="*/ 628019 w 4189981"/>
                <a:gd name="connsiteY1" fmla="*/ 588 h 1716496"/>
                <a:gd name="connsiteX2" fmla="*/ 1375504 w 4189981"/>
                <a:gd name="connsiteY2" fmla="*/ 682759 h 1716496"/>
                <a:gd name="connsiteX3" fmla="*/ 4169504 w 4189981"/>
                <a:gd name="connsiteY3" fmla="*/ 356188 h 1716496"/>
                <a:gd name="connsiteX4" fmla="*/ 3632476 w 4189981"/>
                <a:gd name="connsiteY4" fmla="*/ 1488302 h 1716496"/>
                <a:gd name="connsiteX5" fmla="*/ 475619 w 4189981"/>
                <a:gd name="connsiteY5" fmla="*/ 1430245 h 1716496"/>
                <a:gd name="connsiteX6" fmla="*/ 69219 w 4189981"/>
                <a:gd name="connsiteY6" fmla="*/ 501331 h 1716496"/>
                <a:gd name="connsiteX0" fmla="*/ 18419 w 4189981"/>
                <a:gd name="connsiteY0" fmla="*/ 588416 h 1539102"/>
                <a:gd name="connsiteX1" fmla="*/ 628019 w 4189981"/>
                <a:gd name="connsiteY1" fmla="*/ 588 h 1539102"/>
                <a:gd name="connsiteX2" fmla="*/ 1375504 w 4189981"/>
                <a:gd name="connsiteY2" fmla="*/ 682759 h 1539102"/>
                <a:gd name="connsiteX3" fmla="*/ 4169504 w 4189981"/>
                <a:gd name="connsiteY3" fmla="*/ 356188 h 1539102"/>
                <a:gd name="connsiteX4" fmla="*/ 3632476 w 4189981"/>
                <a:gd name="connsiteY4" fmla="*/ 1488302 h 1539102"/>
                <a:gd name="connsiteX5" fmla="*/ 475619 w 4189981"/>
                <a:gd name="connsiteY5" fmla="*/ 1430245 h 1539102"/>
                <a:gd name="connsiteX6" fmla="*/ 69219 w 4189981"/>
                <a:gd name="connsiteY6" fmla="*/ 501331 h 1539102"/>
                <a:gd name="connsiteX0" fmla="*/ 0 w 4171562"/>
                <a:gd name="connsiteY0" fmla="*/ 588416 h 1539102"/>
                <a:gd name="connsiteX1" fmla="*/ 609600 w 4171562"/>
                <a:gd name="connsiteY1" fmla="*/ 588 h 1539102"/>
                <a:gd name="connsiteX2" fmla="*/ 1357085 w 4171562"/>
                <a:gd name="connsiteY2" fmla="*/ 682759 h 1539102"/>
                <a:gd name="connsiteX3" fmla="*/ 4151085 w 4171562"/>
                <a:gd name="connsiteY3" fmla="*/ 356188 h 1539102"/>
                <a:gd name="connsiteX4" fmla="*/ 3614057 w 4171562"/>
                <a:gd name="connsiteY4" fmla="*/ 1488302 h 1539102"/>
                <a:gd name="connsiteX5" fmla="*/ 457200 w 4171562"/>
                <a:gd name="connsiteY5" fmla="*/ 1430245 h 1539102"/>
                <a:gd name="connsiteX6" fmla="*/ 50800 w 4171562"/>
                <a:gd name="connsiteY6" fmla="*/ 501331 h 1539102"/>
                <a:gd name="connsiteX0" fmla="*/ 0 w 4171562"/>
                <a:gd name="connsiteY0" fmla="*/ 588416 h 1510406"/>
                <a:gd name="connsiteX1" fmla="*/ 609600 w 4171562"/>
                <a:gd name="connsiteY1" fmla="*/ 588 h 1510406"/>
                <a:gd name="connsiteX2" fmla="*/ 1357085 w 4171562"/>
                <a:gd name="connsiteY2" fmla="*/ 682759 h 1510406"/>
                <a:gd name="connsiteX3" fmla="*/ 4151085 w 4171562"/>
                <a:gd name="connsiteY3" fmla="*/ 356188 h 1510406"/>
                <a:gd name="connsiteX4" fmla="*/ 3614057 w 4171562"/>
                <a:gd name="connsiteY4" fmla="*/ 1488302 h 1510406"/>
                <a:gd name="connsiteX5" fmla="*/ 457200 w 4171562"/>
                <a:gd name="connsiteY5" fmla="*/ 1430245 h 1510406"/>
                <a:gd name="connsiteX6" fmla="*/ 50800 w 4171562"/>
                <a:gd name="connsiteY6" fmla="*/ 501331 h 1510406"/>
                <a:gd name="connsiteX0" fmla="*/ 0 w 4243592"/>
                <a:gd name="connsiteY0" fmla="*/ 588416 h 1481993"/>
                <a:gd name="connsiteX1" fmla="*/ 609600 w 4243592"/>
                <a:gd name="connsiteY1" fmla="*/ 588 h 1481993"/>
                <a:gd name="connsiteX2" fmla="*/ 1357085 w 4243592"/>
                <a:gd name="connsiteY2" fmla="*/ 682759 h 1481993"/>
                <a:gd name="connsiteX3" fmla="*/ 4151085 w 4243592"/>
                <a:gd name="connsiteY3" fmla="*/ 356188 h 1481993"/>
                <a:gd name="connsiteX4" fmla="*/ 3603171 w 4243592"/>
                <a:gd name="connsiteY4" fmla="*/ 1444759 h 1481993"/>
                <a:gd name="connsiteX5" fmla="*/ 457200 w 4243592"/>
                <a:gd name="connsiteY5" fmla="*/ 1430245 h 1481993"/>
                <a:gd name="connsiteX6" fmla="*/ 50800 w 4243592"/>
                <a:gd name="connsiteY6" fmla="*/ 501331 h 1481993"/>
                <a:gd name="connsiteX0" fmla="*/ 0 w 4243592"/>
                <a:gd name="connsiteY0" fmla="*/ 588416 h 1466013"/>
                <a:gd name="connsiteX1" fmla="*/ 609600 w 4243592"/>
                <a:gd name="connsiteY1" fmla="*/ 588 h 1466013"/>
                <a:gd name="connsiteX2" fmla="*/ 1357085 w 4243592"/>
                <a:gd name="connsiteY2" fmla="*/ 682759 h 1466013"/>
                <a:gd name="connsiteX3" fmla="*/ 4151085 w 4243592"/>
                <a:gd name="connsiteY3" fmla="*/ 356188 h 1466013"/>
                <a:gd name="connsiteX4" fmla="*/ 3603171 w 4243592"/>
                <a:gd name="connsiteY4" fmla="*/ 1444759 h 1466013"/>
                <a:gd name="connsiteX5" fmla="*/ 457200 w 4243592"/>
                <a:gd name="connsiteY5" fmla="*/ 1430245 h 1466013"/>
                <a:gd name="connsiteX6" fmla="*/ 50800 w 4243592"/>
                <a:gd name="connsiteY6" fmla="*/ 501331 h 1466013"/>
                <a:gd name="connsiteX0" fmla="*/ 0 w 4155636"/>
                <a:gd name="connsiteY0" fmla="*/ 588416 h 1466013"/>
                <a:gd name="connsiteX1" fmla="*/ 609600 w 4155636"/>
                <a:gd name="connsiteY1" fmla="*/ 588 h 1466013"/>
                <a:gd name="connsiteX2" fmla="*/ 1357085 w 4155636"/>
                <a:gd name="connsiteY2" fmla="*/ 682759 h 1466013"/>
                <a:gd name="connsiteX3" fmla="*/ 4151085 w 4155636"/>
                <a:gd name="connsiteY3" fmla="*/ 356188 h 1466013"/>
                <a:gd name="connsiteX4" fmla="*/ 3603171 w 4155636"/>
                <a:gd name="connsiteY4" fmla="*/ 1444759 h 1466013"/>
                <a:gd name="connsiteX5" fmla="*/ 457200 w 4155636"/>
                <a:gd name="connsiteY5" fmla="*/ 1430245 h 1466013"/>
                <a:gd name="connsiteX6" fmla="*/ 50800 w 4155636"/>
                <a:gd name="connsiteY6" fmla="*/ 501331 h 1466013"/>
                <a:gd name="connsiteX0" fmla="*/ 0 w 4150202"/>
                <a:gd name="connsiteY0" fmla="*/ 588416 h 1524055"/>
                <a:gd name="connsiteX1" fmla="*/ 609600 w 4150202"/>
                <a:gd name="connsiteY1" fmla="*/ 588 h 1524055"/>
                <a:gd name="connsiteX2" fmla="*/ 1357085 w 4150202"/>
                <a:gd name="connsiteY2" fmla="*/ 682759 h 1524055"/>
                <a:gd name="connsiteX3" fmla="*/ 4145642 w 4150202"/>
                <a:gd name="connsiteY3" fmla="*/ 356188 h 1524055"/>
                <a:gd name="connsiteX4" fmla="*/ 3603171 w 4150202"/>
                <a:gd name="connsiteY4" fmla="*/ 1444759 h 1524055"/>
                <a:gd name="connsiteX5" fmla="*/ 457200 w 4150202"/>
                <a:gd name="connsiteY5" fmla="*/ 1430245 h 1524055"/>
                <a:gd name="connsiteX6" fmla="*/ 50800 w 4150202"/>
                <a:gd name="connsiteY6" fmla="*/ 501331 h 1524055"/>
                <a:gd name="connsiteX0" fmla="*/ 0 w 4149094"/>
                <a:gd name="connsiteY0" fmla="*/ 588416 h 1524055"/>
                <a:gd name="connsiteX1" fmla="*/ 609600 w 4149094"/>
                <a:gd name="connsiteY1" fmla="*/ 588 h 1524055"/>
                <a:gd name="connsiteX2" fmla="*/ 1357085 w 4149094"/>
                <a:gd name="connsiteY2" fmla="*/ 682759 h 1524055"/>
                <a:gd name="connsiteX3" fmla="*/ 4145642 w 4149094"/>
                <a:gd name="connsiteY3" fmla="*/ 356188 h 1524055"/>
                <a:gd name="connsiteX4" fmla="*/ 3603171 w 4149094"/>
                <a:gd name="connsiteY4" fmla="*/ 1444759 h 1524055"/>
                <a:gd name="connsiteX5" fmla="*/ 457200 w 4149094"/>
                <a:gd name="connsiteY5" fmla="*/ 1430245 h 1524055"/>
                <a:gd name="connsiteX6" fmla="*/ 50800 w 4149094"/>
                <a:gd name="connsiteY6" fmla="*/ 501331 h 1524055"/>
                <a:gd name="connsiteX0" fmla="*/ 0 w 4149094"/>
                <a:gd name="connsiteY0" fmla="*/ 588416 h 1577272"/>
                <a:gd name="connsiteX1" fmla="*/ 609600 w 4149094"/>
                <a:gd name="connsiteY1" fmla="*/ 588 h 1577272"/>
                <a:gd name="connsiteX2" fmla="*/ 1357085 w 4149094"/>
                <a:gd name="connsiteY2" fmla="*/ 682759 h 1577272"/>
                <a:gd name="connsiteX3" fmla="*/ 4145642 w 4149094"/>
                <a:gd name="connsiteY3" fmla="*/ 356188 h 1577272"/>
                <a:gd name="connsiteX4" fmla="*/ 3603171 w 4149094"/>
                <a:gd name="connsiteY4" fmla="*/ 1444759 h 1577272"/>
                <a:gd name="connsiteX5" fmla="*/ 457200 w 4149094"/>
                <a:gd name="connsiteY5" fmla="*/ 1430245 h 1577272"/>
                <a:gd name="connsiteX6" fmla="*/ 50800 w 4149094"/>
                <a:gd name="connsiteY6" fmla="*/ 501331 h 1577272"/>
                <a:gd name="connsiteX0" fmla="*/ 0 w 4149094"/>
                <a:gd name="connsiteY0" fmla="*/ 588416 h 1453938"/>
                <a:gd name="connsiteX1" fmla="*/ 609600 w 4149094"/>
                <a:gd name="connsiteY1" fmla="*/ 588 h 1453938"/>
                <a:gd name="connsiteX2" fmla="*/ 1357085 w 4149094"/>
                <a:gd name="connsiteY2" fmla="*/ 682759 h 1453938"/>
                <a:gd name="connsiteX3" fmla="*/ 4145642 w 4149094"/>
                <a:gd name="connsiteY3" fmla="*/ 356188 h 1453938"/>
                <a:gd name="connsiteX4" fmla="*/ 3603171 w 4149094"/>
                <a:gd name="connsiteY4" fmla="*/ 1444759 h 1453938"/>
                <a:gd name="connsiteX5" fmla="*/ 457200 w 4149094"/>
                <a:gd name="connsiteY5" fmla="*/ 1430245 h 1453938"/>
                <a:gd name="connsiteX6" fmla="*/ 50800 w 4149094"/>
                <a:gd name="connsiteY6" fmla="*/ 501331 h 1453938"/>
                <a:gd name="connsiteX0" fmla="*/ 0 w 4148756"/>
                <a:gd name="connsiteY0" fmla="*/ 588416 h 1453938"/>
                <a:gd name="connsiteX1" fmla="*/ 609600 w 4148756"/>
                <a:gd name="connsiteY1" fmla="*/ 588 h 1453938"/>
                <a:gd name="connsiteX2" fmla="*/ 1357085 w 4148756"/>
                <a:gd name="connsiteY2" fmla="*/ 682759 h 1453938"/>
                <a:gd name="connsiteX3" fmla="*/ 4145642 w 4148756"/>
                <a:gd name="connsiteY3" fmla="*/ 356188 h 1453938"/>
                <a:gd name="connsiteX4" fmla="*/ 3603171 w 4148756"/>
                <a:gd name="connsiteY4" fmla="*/ 1444759 h 1453938"/>
                <a:gd name="connsiteX5" fmla="*/ 457200 w 4148756"/>
                <a:gd name="connsiteY5" fmla="*/ 1430245 h 1453938"/>
                <a:gd name="connsiteX6" fmla="*/ 50800 w 4148756"/>
                <a:gd name="connsiteY6" fmla="*/ 501331 h 1453938"/>
                <a:gd name="connsiteX0" fmla="*/ 0 w 4147076"/>
                <a:gd name="connsiteY0" fmla="*/ 588416 h 1453938"/>
                <a:gd name="connsiteX1" fmla="*/ 609600 w 4147076"/>
                <a:gd name="connsiteY1" fmla="*/ 588 h 1453938"/>
                <a:gd name="connsiteX2" fmla="*/ 1357085 w 4147076"/>
                <a:gd name="connsiteY2" fmla="*/ 682759 h 1453938"/>
                <a:gd name="connsiteX3" fmla="*/ 4145642 w 4147076"/>
                <a:gd name="connsiteY3" fmla="*/ 356188 h 1453938"/>
                <a:gd name="connsiteX4" fmla="*/ 3603171 w 4147076"/>
                <a:gd name="connsiteY4" fmla="*/ 1444759 h 1453938"/>
                <a:gd name="connsiteX5" fmla="*/ 457200 w 4147076"/>
                <a:gd name="connsiteY5" fmla="*/ 1430245 h 1453938"/>
                <a:gd name="connsiteX6" fmla="*/ 50800 w 4147076"/>
                <a:gd name="connsiteY6" fmla="*/ 501331 h 1453938"/>
                <a:gd name="connsiteX0" fmla="*/ 0 w 4147076"/>
                <a:gd name="connsiteY0" fmla="*/ 588416 h 1453938"/>
                <a:gd name="connsiteX1" fmla="*/ 609600 w 4147076"/>
                <a:gd name="connsiteY1" fmla="*/ 588 h 1453938"/>
                <a:gd name="connsiteX2" fmla="*/ 1357085 w 4147076"/>
                <a:gd name="connsiteY2" fmla="*/ 682759 h 1453938"/>
                <a:gd name="connsiteX3" fmla="*/ 4145642 w 4147076"/>
                <a:gd name="connsiteY3" fmla="*/ 356188 h 1453938"/>
                <a:gd name="connsiteX4" fmla="*/ 3603171 w 4147076"/>
                <a:gd name="connsiteY4" fmla="*/ 1444759 h 1453938"/>
                <a:gd name="connsiteX5" fmla="*/ 457200 w 4147076"/>
                <a:gd name="connsiteY5" fmla="*/ 1430245 h 1453938"/>
                <a:gd name="connsiteX6" fmla="*/ 50800 w 4147076"/>
                <a:gd name="connsiteY6" fmla="*/ 501331 h 1453938"/>
                <a:gd name="connsiteX0" fmla="*/ 0 w 4146153"/>
                <a:gd name="connsiteY0" fmla="*/ 588416 h 1453938"/>
                <a:gd name="connsiteX1" fmla="*/ 609600 w 4146153"/>
                <a:gd name="connsiteY1" fmla="*/ 588 h 1453938"/>
                <a:gd name="connsiteX2" fmla="*/ 1357085 w 4146153"/>
                <a:gd name="connsiteY2" fmla="*/ 682759 h 1453938"/>
                <a:gd name="connsiteX3" fmla="*/ 4145642 w 4146153"/>
                <a:gd name="connsiteY3" fmla="*/ 356188 h 1453938"/>
                <a:gd name="connsiteX4" fmla="*/ 3603171 w 4146153"/>
                <a:gd name="connsiteY4" fmla="*/ 1444759 h 1453938"/>
                <a:gd name="connsiteX5" fmla="*/ 457200 w 4146153"/>
                <a:gd name="connsiteY5" fmla="*/ 1430245 h 1453938"/>
                <a:gd name="connsiteX6" fmla="*/ 50800 w 4146153"/>
                <a:gd name="connsiteY6" fmla="*/ 501331 h 1453938"/>
                <a:gd name="connsiteX0" fmla="*/ 0 w 4232889"/>
                <a:gd name="connsiteY0" fmla="*/ 588416 h 1440659"/>
                <a:gd name="connsiteX1" fmla="*/ 609600 w 4232889"/>
                <a:gd name="connsiteY1" fmla="*/ 588 h 1440659"/>
                <a:gd name="connsiteX2" fmla="*/ 1357085 w 4232889"/>
                <a:gd name="connsiteY2" fmla="*/ 682759 h 1440659"/>
                <a:gd name="connsiteX3" fmla="*/ 4145642 w 4232889"/>
                <a:gd name="connsiteY3" fmla="*/ 356188 h 1440659"/>
                <a:gd name="connsiteX4" fmla="*/ 3586843 w 4232889"/>
                <a:gd name="connsiteY4" fmla="*/ 1422988 h 1440659"/>
                <a:gd name="connsiteX5" fmla="*/ 457200 w 4232889"/>
                <a:gd name="connsiteY5" fmla="*/ 1430245 h 1440659"/>
                <a:gd name="connsiteX6" fmla="*/ 50800 w 4232889"/>
                <a:gd name="connsiteY6" fmla="*/ 501331 h 1440659"/>
                <a:gd name="connsiteX0" fmla="*/ 0 w 4151670"/>
                <a:gd name="connsiteY0" fmla="*/ 588416 h 1440659"/>
                <a:gd name="connsiteX1" fmla="*/ 609600 w 4151670"/>
                <a:gd name="connsiteY1" fmla="*/ 588 h 1440659"/>
                <a:gd name="connsiteX2" fmla="*/ 1357085 w 4151670"/>
                <a:gd name="connsiteY2" fmla="*/ 682759 h 1440659"/>
                <a:gd name="connsiteX3" fmla="*/ 4145642 w 4151670"/>
                <a:gd name="connsiteY3" fmla="*/ 356188 h 1440659"/>
                <a:gd name="connsiteX4" fmla="*/ 3586843 w 4151670"/>
                <a:gd name="connsiteY4" fmla="*/ 1422988 h 1440659"/>
                <a:gd name="connsiteX5" fmla="*/ 457200 w 4151670"/>
                <a:gd name="connsiteY5" fmla="*/ 1430245 h 1440659"/>
                <a:gd name="connsiteX6" fmla="*/ 50800 w 4151670"/>
                <a:gd name="connsiteY6" fmla="*/ 501331 h 1440659"/>
                <a:gd name="connsiteX0" fmla="*/ 0 w 4156262"/>
                <a:gd name="connsiteY0" fmla="*/ 588416 h 1440659"/>
                <a:gd name="connsiteX1" fmla="*/ 609600 w 4156262"/>
                <a:gd name="connsiteY1" fmla="*/ 588 h 1440659"/>
                <a:gd name="connsiteX2" fmla="*/ 1357085 w 4156262"/>
                <a:gd name="connsiteY2" fmla="*/ 682759 h 1440659"/>
                <a:gd name="connsiteX3" fmla="*/ 4145642 w 4156262"/>
                <a:gd name="connsiteY3" fmla="*/ 356188 h 1440659"/>
                <a:gd name="connsiteX4" fmla="*/ 3586843 w 4156262"/>
                <a:gd name="connsiteY4" fmla="*/ 1422988 h 1440659"/>
                <a:gd name="connsiteX5" fmla="*/ 457200 w 4156262"/>
                <a:gd name="connsiteY5" fmla="*/ 1430245 h 1440659"/>
                <a:gd name="connsiteX6" fmla="*/ 50800 w 4156262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50800 w 4147983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50800 w 4147983"/>
                <a:gd name="connsiteY6" fmla="*/ 5013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18142 w 4147983"/>
                <a:gd name="connsiteY6" fmla="*/ 539431 h 1440659"/>
                <a:gd name="connsiteX0" fmla="*/ 0 w 4147983"/>
                <a:gd name="connsiteY0" fmla="*/ 588416 h 1440659"/>
                <a:gd name="connsiteX1" fmla="*/ 609600 w 4147983"/>
                <a:gd name="connsiteY1" fmla="*/ 588 h 1440659"/>
                <a:gd name="connsiteX2" fmla="*/ 1357085 w 4147983"/>
                <a:gd name="connsiteY2" fmla="*/ 682759 h 1440659"/>
                <a:gd name="connsiteX3" fmla="*/ 4145642 w 4147983"/>
                <a:gd name="connsiteY3" fmla="*/ 356188 h 1440659"/>
                <a:gd name="connsiteX4" fmla="*/ 3586843 w 4147983"/>
                <a:gd name="connsiteY4" fmla="*/ 1422988 h 1440659"/>
                <a:gd name="connsiteX5" fmla="*/ 457200 w 4147983"/>
                <a:gd name="connsiteY5" fmla="*/ 1430245 h 1440659"/>
                <a:gd name="connsiteX6" fmla="*/ 18142 w 4147983"/>
                <a:gd name="connsiteY6" fmla="*/ 539431 h 1440659"/>
                <a:gd name="connsiteX0" fmla="*/ 0 w 5263248"/>
                <a:gd name="connsiteY0" fmla="*/ 588416 h 1430716"/>
                <a:gd name="connsiteX1" fmla="*/ 609600 w 5263248"/>
                <a:gd name="connsiteY1" fmla="*/ 588 h 1430716"/>
                <a:gd name="connsiteX2" fmla="*/ 1357085 w 5263248"/>
                <a:gd name="connsiteY2" fmla="*/ 682759 h 1430716"/>
                <a:gd name="connsiteX3" fmla="*/ 4145642 w 5263248"/>
                <a:gd name="connsiteY3" fmla="*/ 356188 h 1430716"/>
                <a:gd name="connsiteX4" fmla="*/ 5263243 w 5263248"/>
                <a:gd name="connsiteY4" fmla="*/ 1041988 h 1430716"/>
                <a:gd name="connsiteX5" fmla="*/ 457200 w 5263248"/>
                <a:gd name="connsiteY5" fmla="*/ 1430245 h 1430716"/>
                <a:gd name="connsiteX6" fmla="*/ 18142 w 5263248"/>
                <a:gd name="connsiteY6" fmla="*/ 539431 h 1430716"/>
                <a:gd name="connsiteX0" fmla="*/ 0 w 5434482"/>
                <a:gd name="connsiteY0" fmla="*/ 588416 h 1430839"/>
                <a:gd name="connsiteX1" fmla="*/ 609600 w 5434482"/>
                <a:gd name="connsiteY1" fmla="*/ 588 h 1430839"/>
                <a:gd name="connsiteX2" fmla="*/ 1357085 w 5434482"/>
                <a:gd name="connsiteY2" fmla="*/ 682759 h 1430839"/>
                <a:gd name="connsiteX3" fmla="*/ 4079602 w 5434482"/>
                <a:gd name="connsiteY3" fmla="*/ 808308 h 1430839"/>
                <a:gd name="connsiteX4" fmla="*/ 5263243 w 5434482"/>
                <a:gd name="connsiteY4" fmla="*/ 1041988 h 1430839"/>
                <a:gd name="connsiteX5" fmla="*/ 457200 w 5434482"/>
                <a:gd name="connsiteY5" fmla="*/ 1430245 h 1430839"/>
                <a:gd name="connsiteX6" fmla="*/ 18142 w 5434482"/>
                <a:gd name="connsiteY6" fmla="*/ 539431 h 1430839"/>
                <a:gd name="connsiteX0" fmla="*/ 0 w 5426165"/>
                <a:gd name="connsiteY0" fmla="*/ 588416 h 1430839"/>
                <a:gd name="connsiteX1" fmla="*/ 609600 w 5426165"/>
                <a:gd name="connsiteY1" fmla="*/ 588 h 1430839"/>
                <a:gd name="connsiteX2" fmla="*/ 1357085 w 5426165"/>
                <a:gd name="connsiteY2" fmla="*/ 682759 h 1430839"/>
                <a:gd name="connsiteX3" fmla="*/ 4079602 w 5426165"/>
                <a:gd name="connsiteY3" fmla="*/ 808308 h 1430839"/>
                <a:gd name="connsiteX4" fmla="*/ 5263243 w 5426165"/>
                <a:gd name="connsiteY4" fmla="*/ 1041988 h 1430839"/>
                <a:gd name="connsiteX5" fmla="*/ 457200 w 5426165"/>
                <a:gd name="connsiteY5" fmla="*/ 1430245 h 1430839"/>
                <a:gd name="connsiteX6" fmla="*/ 18142 w 5426165"/>
                <a:gd name="connsiteY6" fmla="*/ 539431 h 1430839"/>
                <a:gd name="connsiteX0" fmla="*/ 0 w 5434482"/>
                <a:gd name="connsiteY0" fmla="*/ 588416 h 1430839"/>
                <a:gd name="connsiteX1" fmla="*/ 609600 w 5434482"/>
                <a:gd name="connsiteY1" fmla="*/ 588 h 1430839"/>
                <a:gd name="connsiteX2" fmla="*/ 1357085 w 5434482"/>
                <a:gd name="connsiteY2" fmla="*/ 682759 h 1430839"/>
                <a:gd name="connsiteX3" fmla="*/ 4079602 w 5434482"/>
                <a:gd name="connsiteY3" fmla="*/ 808308 h 1430839"/>
                <a:gd name="connsiteX4" fmla="*/ 5263243 w 5434482"/>
                <a:gd name="connsiteY4" fmla="*/ 1041988 h 1430839"/>
                <a:gd name="connsiteX5" fmla="*/ 457200 w 5434482"/>
                <a:gd name="connsiteY5" fmla="*/ 1430245 h 1430839"/>
                <a:gd name="connsiteX6" fmla="*/ 18142 w 5434482"/>
                <a:gd name="connsiteY6" fmla="*/ 539431 h 1430839"/>
                <a:gd name="connsiteX0" fmla="*/ 0 w 5434482"/>
                <a:gd name="connsiteY0" fmla="*/ 588416 h 1430839"/>
                <a:gd name="connsiteX1" fmla="*/ 609600 w 5434482"/>
                <a:gd name="connsiteY1" fmla="*/ 588 h 1430839"/>
                <a:gd name="connsiteX2" fmla="*/ 1357085 w 5434482"/>
                <a:gd name="connsiteY2" fmla="*/ 682759 h 1430839"/>
                <a:gd name="connsiteX3" fmla="*/ 4079602 w 5434482"/>
                <a:gd name="connsiteY3" fmla="*/ 808308 h 1430839"/>
                <a:gd name="connsiteX4" fmla="*/ 5263243 w 5434482"/>
                <a:gd name="connsiteY4" fmla="*/ 1041988 h 1430839"/>
                <a:gd name="connsiteX5" fmla="*/ 457200 w 5434482"/>
                <a:gd name="connsiteY5" fmla="*/ 1430245 h 1430839"/>
                <a:gd name="connsiteX6" fmla="*/ 18142 w 5434482"/>
                <a:gd name="connsiteY6" fmla="*/ 539431 h 1430839"/>
                <a:gd name="connsiteX0" fmla="*/ 0 w 5432798"/>
                <a:gd name="connsiteY0" fmla="*/ 588416 h 1430778"/>
                <a:gd name="connsiteX1" fmla="*/ 609600 w 5432798"/>
                <a:gd name="connsiteY1" fmla="*/ 588 h 1430778"/>
                <a:gd name="connsiteX2" fmla="*/ 1357085 w 5432798"/>
                <a:gd name="connsiteY2" fmla="*/ 682759 h 1430778"/>
                <a:gd name="connsiteX3" fmla="*/ 4069442 w 5432798"/>
                <a:gd name="connsiteY3" fmla="*/ 1026748 h 1430778"/>
                <a:gd name="connsiteX4" fmla="*/ 5263243 w 5432798"/>
                <a:gd name="connsiteY4" fmla="*/ 1041988 h 1430778"/>
                <a:gd name="connsiteX5" fmla="*/ 457200 w 5432798"/>
                <a:gd name="connsiteY5" fmla="*/ 1430245 h 1430778"/>
                <a:gd name="connsiteX6" fmla="*/ 18142 w 5432798"/>
                <a:gd name="connsiteY6" fmla="*/ 539431 h 1430778"/>
                <a:gd name="connsiteX0" fmla="*/ 0 w 5312934"/>
                <a:gd name="connsiteY0" fmla="*/ 588416 h 2410844"/>
                <a:gd name="connsiteX1" fmla="*/ 609600 w 5312934"/>
                <a:gd name="connsiteY1" fmla="*/ 588 h 2410844"/>
                <a:gd name="connsiteX2" fmla="*/ 1357085 w 5312934"/>
                <a:gd name="connsiteY2" fmla="*/ 682759 h 2410844"/>
                <a:gd name="connsiteX3" fmla="*/ 4069442 w 5312934"/>
                <a:gd name="connsiteY3" fmla="*/ 1026748 h 2410844"/>
                <a:gd name="connsiteX4" fmla="*/ 5263243 w 5312934"/>
                <a:gd name="connsiteY4" fmla="*/ 1041988 h 2410844"/>
                <a:gd name="connsiteX5" fmla="*/ 2519680 w 5312934"/>
                <a:gd name="connsiteY5" fmla="*/ 2410685 h 2410844"/>
                <a:gd name="connsiteX6" fmla="*/ 18142 w 5312934"/>
                <a:gd name="connsiteY6" fmla="*/ 539431 h 2410844"/>
                <a:gd name="connsiteX0" fmla="*/ 0 w 5424694"/>
                <a:gd name="connsiteY0" fmla="*/ 1075474 h 2415302"/>
                <a:gd name="connsiteX1" fmla="*/ 721360 w 5424694"/>
                <a:gd name="connsiteY1" fmla="*/ 5046 h 2415302"/>
                <a:gd name="connsiteX2" fmla="*/ 1468845 w 5424694"/>
                <a:gd name="connsiteY2" fmla="*/ 687217 h 2415302"/>
                <a:gd name="connsiteX3" fmla="*/ 4181202 w 5424694"/>
                <a:gd name="connsiteY3" fmla="*/ 1031206 h 2415302"/>
                <a:gd name="connsiteX4" fmla="*/ 5375003 w 5424694"/>
                <a:gd name="connsiteY4" fmla="*/ 1046446 h 2415302"/>
                <a:gd name="connsiteX5" fmla="*/ 2631440 w 5424694"/>
                <a:gd name="connsiteY5" fmla="*/ 2415143 h 2415302"/>
                <a:gd name="connsiteX6" fmla="*/ 129902 w 5424694"/>
                <a:gd name="connsiteY6" fmla="*/ 543889 h 2415302"/>
                <a:gd name="connsiteX0" fmla="*/ 0 w 5424694"/>
                <a:gd name="connsiteY0" fmla="*/ 1075474 h 2415302"/>
                <a:gd name="connsiteX1" fmla="*/ 721360 w 5424694"/>
                <a:gd name="connsiteY1" fmla="*/ 5046 h 2415302"/>
                <a:gd name="connsiteX2" fmla="*/ 1468845 w 5424694"/>
                <a:gd name="connsiteY2" fmla="*/ 687217 h 2415302"/>
                <a:gd name="connsiteX3" fmla="*/ 4181202 w 5424694"/>
                <a:gd name="connsiteY3" fmla="*/ 1031206 h 2415302"/>
                <a:gd name="connsiteX4" fmla="*/ 5375003 w 5424694"/>
                <a:gd name="connsiteY4" fmla="*/ 1046446 h 2415302"/>
                <a:gd name="connsiteX5" fmla="*/ 2631440 w 5424694"/>
                <a:gd name="connsiteY5" fmla="*/ 2415143 h 2415302"/>
                <a:gd name="connsiteX6" fmla="*/ 165462 w 5424694"/>
                <a:gd name="connsiteY6" fmla="*/ 1163649 h 2415302"/>
                <a:gd name="connsiteX0" fmla="*/ 0 w 5416916"/>
                <a:gd name="connsiteY0" fmla="*/ 1075301 h 2415129"/>
                <a:gd name="connsiteX1" fmla="*/ 721360 w 5416916"/>
                <a:gd name="connsiteY1" fmla="*/ 4873 h 2415129"/>
                <a:gd name="connsiteX2" fmla="*/ 1468845 w 5416916"/>
                <a:gd name="connsiteY2" fmla="*/ 687044 h 2415129"/>
                <a:gd name="connsiteX3" fmla="*/ 2673135 w 5416916"/>
                <a:gd name="connsiteY3" fmla="*/ 894592 h 2415129"/>
                <a:gd name="connsiteX4" fmla="*/ 4181202 w 5416916"/>
                <a:gd name="connsiteY4" fmla="*/ 1031033 h 2415129"/>
                <a:gd name="connsiteX5" fmla="*/ 5375003 w 5416916"/>
                <a:gd name="connsiteY5" fmla="*/ 1046273 h 2415129"/>
                <a:gd name="connsiteX6" fmla="*/ 2631440 w 5416916"/>
                <a:gd name="connsiteY6" fmla="*/ 2414970 h 2415129"/>
                <a:gd name="connsiteX7" fmla="*/ 165462 w 5416916"/>
                <a:gd name="connsiteY7" fmla="*/ 1163476 h 2415129"/>
                <a:gd name="connsiteX0" fmla="*/ 0 w 5417455"/>
                <a:gd name="connsiteY0" fmla="*/ 1075911 h 2415739"/>
                <a:gd name="connsiteX1" fmla="*/ 721360 w 5417455"/>
                <a:gd name="connsiteY1" fmla="*/ 5483 h 2415739"/>
                <a:gd name="connsiteX2" fmla="*/ 1468845 w 5417455"/>
                <a:gd name="connsiteY2" fmla="*/ 687654 h 2415739"/>
                <a:gd name="connsiteX3" fmla="*/ 2576615 w 5417455"/>
                <a:gd name="connsiteY3" fmla="*/ 1337162 h 2415739"/>
                <a:gd name="connsiteX4" fmla="*/ 4181202 w 5417455"/>
                <a:gd name="connsiteY4" fmla="*/ 1031643 h 2415739"/>
                <a:gd name="connsiteX5" fmla="*/ 5375003 w 5417455"/>
                <a:gd name="connsiteY5" fmla="*/ 1046883 h 2415739"/>
                <a:gd name="connsiteX6" fmla="*/ 2631440 w 5417455"/>
                <a:gd name="connsiteY6" fmla="*/ 2415580 h 2415739"/>
                <a:gd name="connsiteX7" fmla="*/ 165462 w 5417455"/>
                <a:gd name="connsiteY7" fmla="*/ 1164086 h 2415739"/>
                <a:gd name="connsiteX0" fmla="*/ 0 w 5417484"/>
                <a:gd name="connsiteY0" fmla="*/ 1076175 h 2416003"/>
                <a:gd name="connsiteX1" fmla="*/ 721360 w 5417484"/>
                <a:gd name="connsiteY1" fmla="*/ 5747 h 2416003"/>
                <a:gd name="connsiteX2" fmla="*/ 1468845 w 5417484"/>
                <a:gd name="connsiteY2" fmla="*/ 687918 h 2416003"/>
                <a:gd name="connsiteX3" fmla="*/ 2571535 w 5417484"/>
                <a:gd name="connsiteY3" fmla="*/ 1499986 h 2416003"/>
                <a:gd name="connsiteX4" fmla="*/ 4181202 w 5417484"/>
                <a:gd name="connsiteY4" fmla="*/ 1031907 h 2416003"/>
                <a:gd name="connsiteX5" fmla="*/ 5375003 w 5417484"/>
                <a:gd name="connsiteY5" fmla="*/ 1047147 h 2416003"/>
                <a:gd name="connsiteX6" fmla="*/ 2631440 w 5417484"/>
                <a:gd name="connsiteY6" fmla="*/ 2415844 h 2416003"/>
                <a:gd name="connsiteX7" fmla="*/ 165462 w 5417484"/>
                <a:gd name="connsiteY7" fmla="*/ 1164350 h 2416003"/>
                <a:gd name="connsiteX0" fmla="*/ 0 w 5417484"/>
                <a:gd name="connsiteY0" fmla="*/ 1072567 h 2412395"/>
                <a:gd name="connsiteX1" fmla="*/ 721360 w 5417484"/>
                <a:gd name="connsiteY1" fmla="*/ 2139 h 2412395"/>
                <a:gd name="connsiteX2" fmla="*/ 1362165 w 5417484"/>
                <a:gd name="connsiteY2" fmla="*/ 816390 h 2412395"/>
                <a:gd name="connsiteX3" fmla="*/ 2571535 w 5417484"/>
                <a:gd name="connsiteY3" fmla="*/ 1496378 h 2412395"/>
                <a:gd name="connsiteX4" fmla="*/ 4181202 w 5417484"/>
                <a:gd name="connsiteY4" fmla="*/ 1028299 h 2412395"/>
                <a:gd name="connsiteX5" fmla="*/ 5375003 w 5417484"/>
                <a:gd name="connsiteY5" fmla="*/ 1043539 h 2412395"/>
                <a:gd name="connsiteX6" fmla="*/ 2631440 w 5417484"/>
                <a:gd name="connsiteY6" fmla="*/ 2412236 h 2412395"/>
                <a:gd name="connsiteX7" fmla="*/ 165462 w 5417484"/>
                <a:gd name="connsiteY7" fmla="*/ 1160742 h 2412395"/>
                <a:gd name="connsiteX0" fmla="*/ 0 w 5416679"/>
                <a:gd name="connsiteY0" fmla="*/ 1072567 h 2412400"/>
                <a:gd name="connsiteX1" fmla="*/ 721360 w 5416679"/>
                <a:gd name="connsiteY1" fmla="*/ 2139 h 2412400"/>
                <a:gd name="connsiteX2" fmla="*/ 1362165 w 5416679"/>
                <a:gd name="connsiteY2" fmla="*/ 816390 h 2412400"/>
                <a:gd name="connsiteX3" fmla="*/ 2571535 w 5416679"/>
                <a:gd name="connsiteY3" fmla="*/ 1496378 h 2412400"/>
                <a:gd name="connsiteX4" fmla="*/ 4171042 w 5416679"/>
                <a:gd name="connsiteY4" fmla="*/ 784459 h 2412400"/>
                <a:gd name="connsiteX5" fmla="*/ 5375003 w 5416679"/>
                <a:gd name="connsiteY5" fmla="*/ 1043539 h 2412400"/>
                <a:gd name="connsiteX6" fmla="*/ 2631440 w 5416679"/>
                <a:gd name="connsiteY6" fmla="*/ 2412236 h 2412400"/>
                <a:gd name="connsiteX7" fmla="*/ 165462 w 5416679"/>
                <a:gd name="connsiteY7" fmla="*/ 1160742 h 2412400"/>
                <a:gd name="connsiteX0" fmla="*/ 0 w 5416679"/>
                <a:gd name="connsiteY0" fmla="*/ 1072567 h 2412400"/>
                <a:gd name="connsiteX1" fmla="*/ 721360 w 5416679"/>
                <a:gd name="connsiteY1" fmla="*/ 2139 h 2412400"/>
                <a:gd name="connsiteX2" fmla="*/ 1362165 w 5416679"/>
                <a:gd name="connsiteY2" fmla="*/ 816390 h 2412400"/>
                <a:gd name="connsiteX3" fmla="*/ 2571535 w 5416679"/>
                <a:gd name="connsiteY3" fmla="*/ 1496378 h 2412400"/>
                <a:gd name="connsiteX4" fmla="*/ 4171042 w 5416679"/>
                <a:gd name="connsiteY4" fmla="*/ 784459 h 2412400"/>
                <a:gd name="connsiteX5" fmla="*/ 5375003 w 5416679"/>
                <a:gd name="connsiteY5" fmla="*/ 1043539 h 2412400"/>
                <a:gd name="connsiteX6" fmla="*/ 2631440 w 5416679"/>
                <a:gd name="connsiteY6" fmla="*/ 2412236 h 2412400"/>
                <a:gd name="connsiteX7" fmla="*/ 165462 w 5416679"/>
                <a:gd name="connsiteY7" fmla="*/ 1160742 h 2412400"/>
                <a:gd name="connsiteX0" fmla="*/ 0 w 5416679"/>
                <a:gd name="connsiteY0" fmla="*/ 1072027 h 2411860"/>
                <a:gd name="connsiteX1" fmla="*/ 721360 w 5416679"/>
                <a:gd name="connsiteY1" fmla="*/ 1599 h 2411860"/>
                <a:gd name="connsiteX2" fmla="*/ 1362165 w 5416679"/>
                <a:gd name="connsiteY2" fmla="*/ 815850 h 2411860"/>
                <a:gd name="connsiteX3" fmla="*/ 2571535 w 5416679"/>
                <a:gd name="connsiteY3" fmla="*/ 1495838 h 2411860"/>
                <a:gd name="connsiteX4" fmla="*/ 4171042 w 5416679"/>
                <a:gd name="connsiteY4" fmla="*/ 783919 h 2411860"/>
                <a:gd name="connsiteX5" fmla="*/ 5375003 w 5416679"/>
                <a:gd name="connsiteY5" fmla="*/ 1042999 h 2411860"/>
                <a:gd name="connsiteX6" fmla="*/ 2631440 w 5416679"/>
                <a:gd name="connsiteY6" fmla="*/ 2411696 h 2411860"/>
                <a:gd name="connsiteX7" fmla="*/ 165462 w 5416679"/>
                <a:gd name="connsiteY7" fmla="*/ 1160202 h 2411860"/>
                <a:gd name="connsiteX0" fmla="*/ 0 w 5416679"/>
                <a:gd name="connsiteY0" fmla="*/ 1072566 h 2412399"/>
                <a:gd name="connsiteX1" fmla="*/ 721360 w 5416679"/>
                <a:gd name="connsiteY1" fmla="*/ 2138 h 2412399"/>
                <a:gd name="connsiteX2" fmla="*/ 1362165 w 5416679"/>
                <a:gd name="connsiteY2" fmla="*/ 816389 h 2412399"/>
                <a:gd name="connsiteX3" fmla="*/ 2571535 w 5416679"/>
                <a:gd name="connsiteY3" fmla="*/ 1496377 h 2412399"/>
                <a:gd name="connsiteX4" fmla="*/ 4171042 w 5416679"/>
                <a:gd name="connsiteY4" fmla="*/ 784458 h 2412399"/>
                <a:gd name="connsiteX5" fmla="*/ 5375003 w 5416679"/>
                <a:gd name="connsiteY5" fmla="*/ 1043538 h 2412399"/>
                <a:gd name="connsiteX6" fmla="*/ 2631440 w 5416679"/>
                <a:gd name="connsiteY6" fmla="*/ 2412235 h 2412399"/>
                <a:gd name="connsiteX7" fmla="*/ 165462 w 5416679"/>
                <a:gd name="connsiteY7" fmla="*/ 1160741 h 2412399"/>
                <a:gd name="connsiteX0" fmla="*/ 0 w 5416679"/>
                <a:gd name="connsiteY0" fmla="*/ 1140116 h 2479949"/>
                <a:gd name="connsiteX1" fmla="*/ 721360 w 5416679"/>
                <a:gd name="connsiteY1" fmla="*/ 69688 h 2479949"/>
                <a:gd name="connsiteX2" fmla="*/ 1362165 w 5416679"/>
                <a:gd name="connsiteY2" fmla="*/ 883939 h 2479949"/>
                <a:gd name="connsiteX3" fmla="*/ 2571535 w 5416679"/>
                <a:gd name="connsiteY3" fmla="*/ 1563927 h 2479949"/>
                <a:gd name="connsiteX4" fmla="*/ 4171042 w 5416679"/>
                <a:gd name="connsiteY4" fmla="*/ 852008 h 2479949"/>
                <a:gd name="connsiteX5" fmla="*/ 5375003 w 5416679"/>
                <a:gd name="connsiteY5" fmla="*/ 1111088 h 2479949"/>
                <a:gd name="connsiteX6" fmla="*/ 2631440 w 5416679"/>
                <a:gd name="connsiteY6" fmla="*/ 2479785 h 2479949"/>
                <a:gd name="connsiteX7" fmla="*/ 165462 w 5416679"/>
                <a:gd name="connsiteY7" fmla="*/ 1228291 h 2479949"/>
                <a:gd name="connsiteX0" fmla="*/ 0 w 5416679"/>
                <a:gd name="connsiteY0" fmla="*/ 1128108 h 2467941"/>
                <a:gd name="connsiteX1" fmla="*/ 721360 w 5416679"/>
                <a:gd name="connsiteY1" fmla="*/ 57680 h 2467941"/>
                <a:gd name="connsiteX2" fmla="*/ 1362165 w 5416679"/>
                <a:gd name="connsiteY2" fmla="*/ 871931 h 2467941"/>
                <a:gd name="connsiteX3" fmla="*/ 2571535 w 5416679"/>
                <a:gd name="connsiteY3" fmla="*/ 1551919 h 2467941"/>
                <a:gd name="connsiteX4" fmla="*/ 4171042 w 5416679"/>
                <a:gd name="connsiteY4" fmla="*/ 840000 h 2467941"/>
                <a:gd name="connsiteX5" fmla="*/ 5375003 w 5416679"/>
                <a:gd name="connsiteY5" fmla="*/ 1099080 h 2467941"/>
                <a:gd name="connsiteX6" fmla="*/ 2631440 w 5416679"/>
                <a:gd name="connsiteY6" fmla="*/ 2467777 h 2467941"/>
                <a:gd name="connsiteX7" fmla="*/ 165462 w 5416679"/>
                <a:gd name="connsiteY7" fmla="*/ 1216283 h 2467941"/>
                <a:gd name="connsiteX0" fmla="*/ 0 w 5416679"/>
                <a:gd name="connsiteY0" fmla="*/ 901881 h 2241714"/>
                <a:gd name="connsiteX1" fmla="*/ 934720 w 5416679"/>
                <a:gd name="connsiteY1" fmla="*/ 70213 h 2241714"/>
                <a:gd name="connsiteX2" fmla="*/ 1362165 w 5416679"/>
                <a:gd name="connsiteY2" fmla="*/ 645704 h 2241714"/>
                <a:gd name="connsiteX3" fmla="*/ 2571535 w 5416679"/>
                <a:gd name="connsiteY3" fmla="*/ 1325692 h 2241714"/>
                <a:gd name="connsiteX4" fmla="*/ 4171042 w 5416679"/>
                <a:gd name="connsiteY4" fmla="*/ 613773 h 2241714"/>
                <a:gd name="connsiteX5" fmla="*/ 5375003 w 5416679"/>
                <a:gd name="connsiteY5" fmla="*/ 872853 h 2241714"/>
                <a:gd name="connsiteX6" fmla="*/ 2631440 w 5416679"/>
                <a:gd name="connsiteY6" fmla="*/ 2241550 h 2241714"/>
                <a:gd name="connsiteX7" fmla="*/ 165462 w 5416679"/>
                <a:gd name="connsiteY7" fmla="*/ 990056 h 2241714"/>
                <a:gd name="connsiteX0" fmla="*/ 0 w 5416679"/>
                <a:gd name="connsiteY0" fmla="*/ 831812 h 2171645"/>
                <a:gd name="connsiteX1" fmla="*/ 934720 w 5416679"/>
                <a:gd name="connsiteY1" fmla="*/ 144 h 2171645"/>
                <a:gd name="connsiteX2" fmla="*/ 1189445 w 5416679"/>
                <a:gd name="connsiteY2" fmla="*/ 768675 h 2171645"/>
                <a:gd name="connsiteX3" fmla="*/ 2571535 w 5416679"/>
                <a:gd name="connsiteY3" fmla="*/ 1255623 h 2171645"/>
                <a:gd name="connsiteX4" fmla="*/ 4171042 w 5416679"/>
                <a:gd name="connsiteY4" fmla="*/ 543704 h 2171645"/>
                <a:gd name="connsiteX5" fmla="*/ 5375003 w 5416679"/>
                <a:gd name="connsiteY5" fmla="*/ 802784 h 2171645"/>
                <a:gd name="connsiteX6" fmla="*/ 2631440 w 5416679"/>
                <a:gd name="connsiteY6" fmla="*/ 2171481 h 2171645"/>
                <a:gd name="connsiteX7" fmla="*/ 165462 w 5416679"/>
                <a:gd name="connsiteY7" fmla="*/ 919987 h 2171645"/>
                <a:gd name="connsiteX0" fmla="*/ 0 w 5413697"/>
                <a:gd name="connsiteY0" fmla="*/ 831815 h 2171648"/>
                <a:gd name="connsiteX1" fmla="*/ 934720 w 5413697"/>
                <a:gd name="connsiteY1" fmla="*/ 147 h 2171648"/>
                <a:gd name="connsiteX2" fmla="*/ 1189445 w 5413697"/>
                <a:gd name="connsiteY2" fmla="*/ 768678 h 2171648"/>
                <a:gd name="connsiteX3" fmla="*/ 3150655 w 5413697"/>
                <a:gd name="connsiteY3" fmla="*/ 1352146 h 2171648"/>
                <a:gd name="connsiteX4" fmla="*/ 4171042 w 5413697"/>
                <a:gd name="connsiteY4" fmla="*/ 543707 h 2171648"/>
                <a:gd name="connsiteX5" fmla="*/ 5375003 w 5413697"/>
                <a:gd name="connsiteY5" fmla="*/ 802787 h 2171648"/>
                <a:gd name="connsiteX6" fmla="*/ 2631440 w 5413697"/>
                <a:gd name="connsiteY6" fmla="*/ 2171484 h 2171648"/>
                <a:gd name="connsiteX7" fmla="*/ 165462 w 5413697"/>
                <a:gd name="connsiteY7" fmla="*/ 919990 h 2171648"/>
                <a:gd name="connsiteX0" fmla="*/ 0 w 5450939"/>
                <a:gd name="connsiteY0" fmla="*/ 831815 h 2171635"/>
                <a:gd name="connsiteX1" fmla="*/ 934720 w 5450939"/>
                <a:gd name="connsiteY1" fmla="*/ 147 h 2171635"/>
                <a:gd name="connsiteX2" fmla="*/ 1189445 w 5450939"/>
                <a:gd name="connsiteY2" fmla="*/ 768678 h 2171635"/>
                <a:gd name="connsiteX3" fmla="*/ 3150655 w 5450939"/>
                <a:gd name="connsiteY3" fmla="*/ 1352146 h 2171635"/>
                <a:gd name="connsiteX4" fmla="*/ 4552042 w 5450939"/>
                <a:gd name="connsiteY4" fmla="*/ 1143147 h 2171635"/>
                <a:gd name="connsiteX5" fmla="*/ 5375003 w 5450939"/>
                <a:gd name="connsiteY5" fmla="*/ 802787 h 2171635"/>
                <a:gd name="connsiteX6" fmla="*/ 2631440 w 5450939"/>
                <a:gd name="connsiteY6" fmla="*/ 2171484 h 2171635"/>
                <a:gd name="connsiteX7" fmla="*/ 165462 w 5450939"/>
                <a:gd name="connsiteY7" fmla="*/ 919990 h 2171635"/>
                <a:gd name="connsiteX0" fmla="*/ 0 w 5451287"/>
                <a:gd name="connsiteY0" fmla="*/ 831826 h 2171646"/>
                <a:gd name="connsiteX1" fmla="*/ 934720 w 5451287"/>
                <a:gd name="connsiteY1" fmla="*/ 158 h 2171646"/>
                <a:gd name="connsiteX2" fmla="*/ 1189445 w 5451287"/>
                <a:gd name="connsiteY2" fmla="*/ 768689 h 2171646"/>
                <a:gd name="connsiteX3" fmla="*/ 3120175 w 5451287"/>
                <a:gd name="connsiteY3" fmla="*/ 1570597 h 2171646"/>
                <a:gd name="connsiteX4" fmla="*/ 4552042 w 5451287"/>
                <a:gd name="connsiteY4" fmla="*/ 1143158 h 2171646"/>
                <a:gd name="connsiteX5" fmla="*/ 5375003 w 5451287"/>
                <a:gd name="connsiteY5" fmla="*/ 802798 h 2171646"/>
                <a:gd name="connsiteX6" fmla="*/ 2631440 w 5451287"/>
                <a:gd name="connsiteY6" fmla="*/ 2171495 h 2171646"/>
                <a:gd name="connsiteX7" fmla="*/ 165462 w 5451287"/>
                <a:gd name="connsiteY7" fmla="*/ 920001 h 2171646"/>
                <a:gd name="connsiteX0" fmla="*/ 0 w 5451287"/>
                <a:gd name="connsiteY0" fmla="*/ 943562 h 2283382"/>
                <a:gd name="connsiteX1" fmla="*/ 1000760 w 5451287"/>
                <a:gd name="connsiteY1" fmla="*/ 134 h 2283382"/>
                <a:gd name="connsiteX2" fmla="*/ 1189445 w 5451287"/>
                <a:gd name="connsiteY2" fmla="*/ 880425 h 2283382"/>
                <a:gd name="connsiteX3" fmla="*/ 3120175 w 5451287"/>
                <a:gd name="connsiteY3" fmla="*/ 1682333 h 2283382"/>
                <a:gd name="connsiteX4" fmla="*/ 4552042 w 5451287"/>
                <a:gd name="connsiteY4" fmla="*/ 1254894 h 2283382"/>
                <a:gd name="connsiteX5" fmla="*/ 5375003 w 5451287"/>
                <a:gd name="connsiteY5" fmla="*/ 914534 h 2283382"/>
                <a:gd name="connsiteX6" fmla="*/ 2631440 w 5451287"/>
                <a:gd name="connsiteY6" fmla="*/ 2283231 h 2283382"/>
                <a:gd name="connsiteX7" fmla="*/ 165462 w 5451287"/>
                <a:gd name="connsiteY7" fmla="*/ 1031737 h 2283382"/>
                <a:gd name="connsiteX0" fmla="*/ 0 w 5451287"/>
                <a:gd name="connsiteY0" fmla="*/ 943562 h 2283382"/>
                <a:gd name="connsiteX1" fmla="*/ 1000760 w 5451287"/>
                <a:gd name="connsiteY1" fmla="*/ 134 h 2283382"/>
                <a:gd name="connsiteX2" fmla="*/ 1189445 w 5451287"/>
                <a:gd name="connsiteY2" fmla="*/ 880425 h 2283382"/>
                <a:gd name="connsiteX3" fmla="*/ 3120175 w 5451287"/>
                <a:gd name="connsiteY3" fmla="*/ 1682333 h 2283382"/>
                <a:gd name="connsiteX4" fmla="*/ 4552042 w 5451287"/>
                <a:gd name="connsiteY4" fmla="*/ 1254894 h 2283382"/>
                <a:gd name="connsiteX5" fmla="*/ 5375003 w 5451287"/>
                <a:gd name="connsiteY5" fmla="*/ 914534 h 2283382"/>
                <a:gd name="connsiteX6" fmla="*/ 2631440 w 5451287"/>
                <a:gd name="connsiteY6" fmla="*/ 2283231 h 2283382"/>
                <a:gd name="connsiteX7" fmla="*/ 165462 w 5451287"/>
                <a:gd name="connsiteY7" fmla="*/ 1031737 h 2283382"/>
                <a:gd name="connsiteX0" fmla="*/ 0 w 5451287"/>
                <a:gd name="connsiteY0" fmla="*/ 943562 h 2283382"/>
                <a:gd name="connsiteX1" fmla="*/ 1000760 w 5451287"/>
                <a:gd name="connsiteY1" fmla="*/ 134 h 2283382"/>
                <a:gd name="connsiteX2" fmla="*/ 1189445 w 5451287"/>
                <a:gd name="connsiteY2" fmla="*/ 880425 h 2283382"/>
                <a:gd name="connsiteX3" fmla="*/ 3120175 w 5451287"/>
                <a:gd name="connsiteY3" fmla="*/ 1682333 h 2283382"/>
                <a:gd name="connsiteX4" fmla="*/ 4552042 w 5451287"/>
                <a:gd name="connsiteY4" fmla="*/ 1254894 h 2283382"/>
                <a:gd name="connsiteX5" fmla="*/ 5375003 w 5451287"/>
                <a:gd name="connsiteY5" fmla="*/ 914534 h 2283382"/>
                <a:gd name="connsiteX6" fmla="*/ 2631440 w 5451287"/>
                <a:gd name="connsiteY6" fmla="*/ 2283231 h 2283382"/>
                <a:gd name="connsiteX7" fmla="*/ 165462 w 5451287"/>
                <a:gd name="connsiteY7" fmla="*/ 1031737 h 2283382"/>
                <a:gd name="connsiteX0" fmla="*/ 0 w 5451287"/>
                <a:gd name="connsiteY0" fmla="*/ 945569 h 2285389"/>
                <a:gd name="connsiteX1" fmla="*/ 1000760 w 5451287"/>
                <a:gd name="connsiteY1" fmla="*/ 2141 h 2285389"/>
                <a:gd name="connsiteX2" fmla="*/ 1189445 w 5451287"/>
                <a:gd name="connsiteY2" fmla="*/ 882432 h 2285389"/>
                <a:gd name="connsiteX3" fmla="*/ 3120175 w 5451287"/>
                <a:gd name="connsiteY3" fmla="*/ 1684340 h 2285389"/>
                <a:gd name="connsiteX4" fmla="*/ 4552042 w 5451287"/>
                <a:gd name="connsiteY4" fmla="*/ 1256901 h 2285389"/>
                <a:gd name="connsiteX5" fmla="*/ 5375003 w 5451287"/>
                <a:gd name="connsiteY5" fmla="*/ 916541 h 2285389"/>
                <a:gd name="connsiteX6" fmla="*/ 2631440 w 5451287"/>
                <a:gd name="connsiteY6" fmla="*/ 2285238 h 2285389"/>
                <a:gd name="connsiteX7" fmla="*/ 165462 w 5451287"/>
                <a:gd name="connsiteY7" fmla="*/ 1033744 h 2285389"/>
                <a:gd name="connsiteX0" fmla="*/ 0 w 5451287"/>
                <a:gd name="connsiteY0" fmla="*/ 943563 h 2283383"/>
                <a:gd name="connsiteX1" fmla="*/ 1000760 w 5451287"/>
                <a:gd name="connsiteY1" fmla="*/ 135 h 2283383"/>
                <a:gd name="connsiteX2" fmla="*/ 1189445 w 5451287"/>
                <a:gd name="connsiteY2" fmla="*/ 880426 h 2283383"/>
                <a:gd name="connsiteX3" fmla="*/ 3120175 w 5451287"/>
                <a:gd name="connsiteY3" fmla="*/ 1682334 h 2283383"/>
                <a:gd name="connsiteX4" fmla="*/ 4552042 w 5451287"/>
                <a:gd name="connsiteY4" fmla="*/ 1254895 h 2283383"/>
                <a:gd name="connsiteX5" fmla="*/ 5375003 w 5451287"/>
                <a:gd name="connsiteY5" fmla="*/ 914535 h 2283383"/>
                <a:gd name="connsiteX6" fmla="*/ 2631440 w 5451287"/>
                <a:gd name="connsiteY6" fmla="*/ 2283232 h 2283383"/>
                <a:gd name="connsiteX7" fmla="*/ 165462 w 5451287"/>
                <a:gd name="connsiteY7" fmla="*/ 1031738 h 2283383"/>
                <a:gd name="connsiteX0" fmla="*/ 0 w 5451287"/>
                <a:gd name="connsiteY0" fmla="*/ 981375 h 2321195"/>
                <a:gd name="connsiteX1" fmla="*/ 763055 w 5451287"/>
                <a:gd name="connsiteY1" fmla="*/ 241867 h 2321195"/>
                <a:gd name="connsiteX2" fmla="*/ 1000760 w 5451287"/>
                <a:gd name="connsiteY2" fmla="*/ 37947 h 2321195"/>
                <a:gd name="connsiteX3" fmla="*/ 1189445 w 5451287"/>
                <a:gd name="connsiteY3" fmla="*/ 918238 h 2321195"/>
                <a:gd name="connsiteX4" fmla="*/ 3120175 w 5451287"/>
                <a:gd name="connsiteY4" fmla="*/ 1720146 h 2321195"/>
                <a:gd name="connsiteX5" fmla="*/ 4552042 w 5451287"/>
                <a:gd name="connsiteY5" fmla="*/ 1292707 h 2321195"/>
                <a:gd name="connsiteX6" fmla="*/ 5375003 w 5451287"/>
                <a:gd name="connsiteY6" fmla="*/ 952347 h 2321195"/>
                <a:gd name="connsiteX7" fmla="*/ 2631440 w 5451287"/>
                <a:gd name="connsiteY7" fmla="*/ 2321044 h 2321195"/>
                <a:gd name="connsiteX8" fmla="*/ 165462 w 5451287"/>
                <a:gd name="connsiteY8" fmla="*/ 1069550 h 2321195"/>
                <a:gd name="connsiteX0" fmla="*/ 0 w 5451287"/>
                <a:gd name="connsiteY0" fmla="*/ 1078665 h 2418485"/>
                <a:gd name="connsiteX1" fmla="*/ 630975 w 5451287"/>
                <a:gd name="connsiteY1" fmla="*/ 100397 h 2418485"/>
                <a:gd name="connsiteX2" fmla="*/ 1000760 w 5451287"/>
                <a:gd name="connsiteY2" fmla="*/ 135237 h 2418485"/>
                <a:gd name="connsiteX3" fmla="*/ 1189445 w 5451287"/>
                <a:gd name="connsiteY3" fmla="*/ 1015528 h 2418485"/>
                <a:gd name="connsiteX4" fmla="*/ 3120175 w 5451287"/>
                <a:gd name="connsiteY4" fmla="*/ 1817436 h 2418485"/>
                <a:gd name="connsiteX5" fmla="*/ 4552042 w 5451287"/>
                <a:gd name="connsiteY5" fmla="*/ 1389997 h 2418485"/>
                <a:gd name="connsiteX6" fmla="*/ 5375003 w 5451287"/>
                <a:gd name="connsiteY6" fmla="*/ 1049637 h 2418485"/>
                <a:gd name="connsiteX7" fmla="*/ 2631440 w 5451287"/>
                <a:gd name="connsiteY7" fmla="*/ 2418334 h 2418485"/>
                <a:gd name="connsiteX8" fmla="*/ 165462 w 5451287"/>
                <a:gd name="connsiteY8" fmla="*/ 1166840 h 2418485"/>
                <a:gd name="connsiteX0" fmla="*/ 0 w 5451287"/>
                <a:gd name="connsiteY0" fmla="*/ 1078665 h 2418485"/>
                <a:gd name="connsiteX1" fmla="*/ 630975 w 5451287"/>
                <a:gd name="connsiteY1" fmla="*/ 100397 h 2418485"/>
                <a:gd name="connsiteX2" fmla="*/ 1000760 w 5451287"/>
                <a:gd name="connsiteY2" fmla="*/ 135237 h 2418485"/>
                <a:gd name="connsiteX3" fmla="*/ 1189445 w 5451287"/>
                <a:gd name="connsiteY3" fmla="*/ 1015528 h 2418485"/>
                <a:gd name="connsiteX4" fmla="*/ 3120175 w 5451287"/>
                <a:gd name="connsiteY4" fmla="*/ 1817436 h 2418485"/>
                <a:gd name="connsiteX5" fmla="*/ 4552042 w 5451287"/>
                <a:gd name="connsiteY5" fmla="*/ 1389997 h 2418485"/>
                <a:gd name="connsiteX6" fmla="*/ 5375003 w 5451287"/>
                <a:gd name="connsiteY6" fmla="*/ 1049637 h 2418485"/>
                <a:gd name="connsiteX7" fmla="*/ 2631440 w 5451287"/>
                <a:gd name="connsiteY7" fmla="*/ 2418334 h 2418485"/>
                <a:gd name="connsiteX8" fmla="*/ 165462 w 5451287"/>
                <a:gd name="connsiteY8" fmla="*/ 1166840 h 2418485"/>
                <a:gd name="connsiteX0" fmla="*/ 0 w 5451287"/>
                <a:gd name="connsiteY0" fmla="*/ 1045003 h 2384823"/>
                <a:gd name="connsiteX1" fmla="*/ 630975 w 5451287"/>
                <a:gd name="connsiteY1" fmla="*/ 66735 h 2384823"/>
                <a:gd name="connsiteX2" fmla="*/ 1000760 w 5451287"/>
                <a:gd name="connsiteY2" fmla="*/ 101575 h 2384823"/>
                <a:gd name="connsiteX3" fmla="*/ 1189445 w 5451287"/>
                <a:gd name="connsiteY3" fmla="*/ 981866 h 2384823"/>
                <a:gd name="connsiteX4" fmla="*/ 3120175 w 5451287"/>
                <a:gd name="connsiteY4" fmla="*/ 1783774 h 2384823"/>
                <a:gd name="connsiteX5" fmla="*/ 4552042 w 5451287"/>
                <a:gd name="connsiteY5" fmla="*/ 1356335 h 2384823"/>
                <a:gd name="connsiteX6" fmla="*/ 5375003 w 5451287"/>
                <a:gd name="connsiteY6" fmla="*/ 1015975 h 2384823"/>
                <a:gd name="connsiteX7" fmla="*/ 2631440 w 5451287"/>
                <a:gd name="connsiteY7" fmla="*/ 2384672 h 2384823"/>
                <a:gd name="connsiteX8" fmla="*/ 165462 w 5451287"/>
                <a:gd name="connsiteY8" fmla="*/ 1133178 h 2384823"/>
                <a:gd name="connsiteX0" fmla="*/ 0 w 5451287"/>
                <a:gd name="connsiteY0" fmla="*/ 1037608 h 2377428"/>
                <a:gd name="connsiteX1" fmla="*/ 630975 w 5451287"/>
                <a:gd name="connsiteY1" fmla="*/ 59340 h 2377428"/>
                <a:gd name="connsiteX2" fmla="*/ 1076960 w 5451287"/>
                <a:gd name="connsiteY2" fmla="*/ 129740 h 2377428"/>
                <a:gd name="connsiteX3" fmla="*/ 1189445 w 5451287"/>
                <a:gd name="connsiteY3" fmla="*/ 974471 h 2377428"/>
                <a:gd name="connsiteX4" fmla="*/ 3120175 w 5451287"/>
                <a:gd name="connsiteY4" fmla="*/ 1776379 h 2377428"/>
                <a:gd name="connsiteX5" fmla="*/ 4552042 w 5451287"/>
                <a:gd name="connsiteY5" fmla="*/ 1348940 h 2377428"/>
                <a:gd name="connsiteX6" fmla="*/ 5375003 w 5451287"/>
                <a:gd name="connsiteY6" fmla="*/ 1008580 h 2377428"/>
                <a:gd name="connsiteX7" fmla="*/ 2631440 w 5451287"/>
                <a:gd name="connsiteY7" fmla="*/ 2377277 h 2377428"/>
                <a:gd name="connsiteX8" fmla="*/ 165462 w 5451287"/>
                <a:gd name="connsiteY8" fmla="*/ 1125783 h 2377428"/>
                <a:gd name="connsiteX0" fmla="*/ 0 w 5451287"/>
                <a:gd name="connsiteY0" fmla="*/ 1037608 h 2377428"/>
                <a:gd name="connsiteX1" fmla="*/ 630975 w 5451287"/>
                <a:gd name="connsiteY1" fmla="*/ 59340 h 2377428"/>
                <a:gd name="connsiteX2" fmla="*/ 1031240 w 5451287"/>
                <a:gd name="connsiteY2" fmla="*/ 129740 h 2377428"/>
                <a:gd name="connsiteX3" fmla="*/ 1189445 w 5451287"/>
                <a:gd name="connsiteY3" fmla="*/ 974471 h 2377428"/>
                <a:gd name="connsiteX4" fmla="*/ 3120175 w 5451287"/>
                <a:gd name="connsiteY4" fmla="*/ 1776379 h 2377428"/>
                <a:gd name="connsiteX5" fmla="*/ 4552042 w 5451287"/>
                <a:gd name="connsiteY5" fmla="*/ 1348940 h 2377428"/>
                <a:gd name="connsiteX6" fmla="*/ 5375003 w 5451287"/>
                <a:gd name="connsiteY6" fmla="*/ 1008580 h 2377428"/>
                <a:gd name="connsiteX7" fmla="*/ 2631440 w 5451287"/>
                <a:gd name="connsiteY7" fmla="*/ 2377277 h 2377428"/>
                <a:gd name="connsiteX8" fmla="*/ 165462 w 5451287"/>
                <a:gd name="connsiteY8" fmla="*/ 1125783 h 2377428"/>
                <a:gd name="connsiteX0" fmla="*/ 0 w 5451287"/>
                <a:gd name="connsiteY0" fmla="*/ 932835 h 2272655"/>
                <a:gd name="connsiteX1" fmla="*/ 529375 w 5451287"/>
                <a:gd name="connsiteY1" fmla="*/ 289847 h 2272655"/>
                <a:gd name="connsiteX2" fmla="*/ 1031240 w 5451287"/>
                <a:gd name="connsiteY2" fmla="*/ 24967 h 2272655"/>
                <a:gd name="connsiteX3" fmla="*/ 1189445 w 5451287"/>
                <a:gd name="connsiteY3" fmla="*/ 869698 h 2272655"/>
                <a:gd name="connsiteX4" fmla="*/ 3120175 w 5451287"/>
                <a:gd name="connsiteY4" fmla="*/ 1671606 h 2272655"/>
                <a:gd name="connsiteX5" fmla="*/ 4552042 w 5451287"/>
                <a:gd name="connsiteY5" fmla="*/ 1244167 h 2272655"/>
                <a:gd name="connsiteX6" fmla="*/ 5375003 w 5451287"/>
                <a:gd name="connsiteY6" fmla="*/ 903807 h 2272655"/>
                <a:gd name="connsiteX7" fmla="*/ 2631440 w 5451287"/>
                <a:gd name="connsiteY7" fmla="*/ 2272504 h 2272655"/>
                <a:gd name="connsiteX8" fmla="*/ 165462 w 5451287"/>
                <a:gd name="connsiteY8" fmla="*/ 1021010 h 2272655"/>
                <a:gd name="connsiteX0" fmla="*/ 0 w 5451287"/>
                <a:gd name="connsiteY0" fmla="*/ 932835 h 2272655"/>
                <a:gd name="connsiteX1" fmla="*/ 529375 w 5451287"/>
                <a:gd name="connsiteY1" fmla="*/ 289847 h 2272655"/>
                <a:gd name="connsiteX2" fmla="*/ 1031240 w 5451287"/>
                <a:gd name="connsiteY2" fmla="*/ 24967 h 2272655"/>
                <a:gd name="connsiteX3" fmla="*/ 1189445 w 5451287"/>
                <a:gd name="connsiteY3" fmla="*/ 869698 h 2272655"/>
                <a:gd name="connsiteX4" fmla="*/ 3120175 w 5451287"/>
                <a:gd name="connsiteY4" fmla="*/ 1671606 h 2272655"/>
                <a:gd name="connsiteX5" fmla="*/ 4552042 w 5451287"/>
                <a:gd name="connsiteY5" fmla="*/ 1244167 h 2272655"/>
                <a:gd name="connsiteX6" fmla="*/ 5375003 w 5451287"/>
                <a:gd name="connsiteY6" fmla="*/ 903807 h 2272655"/>
                <a:gd name="connsiteX7" fmla="*/ 2631440 w 5451287"/>
                <a:gd name="connsiteY7" fmla="*/ 2272504 h 2272655"/>
                <a:gd name="connsiteX8" fmla="*/ 165462 w 5451287"/>
                <a:gd name="connsiteY8" fmla="*/ 1021010 h 2272655"/>
                <a:gd name="connsiteX0" fmla="*/ 0 w 5451287"/>
                <a:gd name="connsiteY0" fmla="*/ 927432 h 2267252"/>
                <a:gd name="connsiteX1" fmla="*/ 529375 w 5451287"/>
                <a:gd name="connsiteY1" fmla="*/ 284444 h 2267252"/>
                <a:gd name="connsiteX2" fmla="*/ 1031240 w 5451287"/>
                <a:gd name="connsiteY2" fmla="*/ 19564 h 2267252"/>
                <a:gd name="connsiteX3" fmla="*/ 1189445 w 5451287"/>
                <a:gd name="connsiteY3" fmla="*/ 864295 h 2267252"/>
                <a:gd name="connsiteX4" fmla="*/ 3120175 w 5451287"/>
                <a:gd name="connsiteY4" fmla="*/ 1666203 h 2267252"/>
                <a:gd name="connsiteX5" fmla="*/ 4552042 w 5451287"/>
                <a:gd name="connsiteY5" fmla="*/ 1238764 h 2267252"/>
                <a:gd name="connsiteX6" fmla="*/ 5375003 w 5451287"/>
                <a:gd name="connsiteY6" fmla="*/ 898404 h 2267252"/>
                <a:gd name="connsiteX7" fmla="*/ 2631440 w 5451287"/>
                <a:gd name="connsiteY7" fmla="*/ 2267101 h 2267252"/>
                <a:gd name="connsiteX8" fmla="*/ 165462 w 5451287"/>
                <a:gd name="connsiteY8" fmla="*/ 1015607 h 2267252"/>
                <a:gd name="connsiteX0" fmla="*/ 0 w 5451287"/>
                <a:gd name="connsiteY0" fmla="*/ 932834 h 2272654"/>
                <a:gd name="connsiteX1" fmla="*/ 529375 w 5451287"/>
                <a:gd name="connsiteY1" fmla="*/ 289846 h 2272654"/>
                <a:gd name="connsiteX2" fmla="*/ 1031240 w 5451287"/>
                <a:gd name="connsiteY2" fmla="*/ 24966 h 2272654"/>
                <a:gd name="connsiteX3" fmla="*/ 1189445 w 5451287"/>
                <a:gd name="connsiteY3" fmla="*/ 869697 h 2272654"/>
                <a:gd name="connsiteX4" fmla="*/ 3120175 w 5451287"/>
                <a:gd name="connsiteY4" fmla="*/ 1671605 h 2272654"/>
                <a:gd name="connsiteX5" fmla="*/ 4552042 w 5451287"/>
                <a:gd name="connsiteY5" fmla="*/ 1244166 h 2272654"/>
                <a:gd name="connsiteX6" fmla="*/ 5375003 w 5451287"/>
                <a:gd name="connsiteY6" fmla="*/ 903806 h 2272654"/>
                <a:gd name="connsiteX7" fmla="*/ 2631440 w 5451287"/>
                <a:gd name="connsiteY7" fmla="*/ 2272503 h 2272654"/>
                <a:gd name="connsiteX8" fmla="*/ 165462 w 5451287"/>
                <a:gd name="connsiteY8" fmla="*/ 1021009 h 2272654"/>
                <a:gd name="connsiteX0" fmla="*/ 0 w 5451287"/>
                <a:gd name="connsiteY0" fmla="*/ 925692 h 2265512"/>
                <a:gd name="connsiteX1" fmla="*/ 529375 w 5451287"/>
                <a:gd name="connsiteY1" fmla="*/ 282704 h 2265512"/>
                <a:gd name="connsiteX2" fmla="*/ 1031240 w 5451287"/>
                <a:gd name="connsiteY2" fmla="*/ 17824 h 2265512"/>
                <a:gd name="connsiteX3" fmla="*/ 1189445 w 5451287"/>
                <a:gd name="connsiteY3" fmla="*/ 862555 h 2265512"/>
                <a:gd name="connsiteX4" fmla="*/ 3120175 w 5451287"/>
                <a:gd name="connsiteY4" fmla="*/ 1664463 h 2265512"/>
                <a:gd name="connsiteX5" fmla="*/ 4552042 w 5451287"/>
                <a:gd name="connsiteY5" fmla="*/ 1237024 h 2265512"/>
                <a:gd name="connsiteX6" fmla="*/ 5375003 w 5451287"/>
                <a:gd name="connsiteY6" fmla="*/ 896664 h 2265512"/>
                <a:gd name="connsiteX7" fmla="*/ 2631440 w 5451287"/>
                <a:gd name="connsiteY7" fmla="*/ 2265361 h 2265512"/>
                <a:gd name="connsiteX8" fmla="*/ 165462 w 5451287"/>
                <a:gd name="connsiteY8" fmla="*/ 1013867 h 2265512"/>
                <a:gd name="connsiteX0" fmla="*/ 0 w 5451287"/>
                <a:gd name="connsiteY0" fmla="*/ 925692 h 2265512"/>
                <a:gd name="connsiteX1" fmla="*/ 529375 w 5451287"/>
                <a:gd name="connsiteY1" fmla="*/ 282704 h 2265512"/>
                <a:gd name="connsiteX2" fmla="*/ 1031240 w 5451287"/>
                <a:gd name="connsiteY2" fmla="*/ 17824 h 2265512"/>
                <a:gd name="connsiteX3" fmla="*/ 1189445 w 5451287"/>
                <a:gd name="connsiteY3" fmla="*/ 862555 h 2265512"/>
                <a:gd name="connsiteX4" fmla="*/ 3120175 w 5451287"/>
                <a:gd name="connsiteY4" fmla="*/ 1664463 h 2265512"/>
                <a:gd name="connsiteX5" fmla="*/ 4552042 w 5451287"/>
                <a:gd name="connsiteY5" fmla="*/ 1237024 h 2265512"/>
                <a:gd name="connsiteX6" fmla="*/ 5375003 w 5451287"/>
                <a:gd name="connsiteY6" fmla="*/ 896664 h 2265512"/>
                <a:gd name="connsiteX7" fmla="*/ 2631440 w 5451287"/>
                <a:gd name="connsiteY7" fmla="*/ 2265361 h 2265512"/>
                <a:gd name="connsiteX8" fmla="*/ 165462 w 5451287"/>
                <a:gd name="connsiteY8" fmla="*/ 1013867 h 2265512"/>
                <a:gd name="connsiteX0" fmla="*/ 0 w 5451287"/>
                <a:gd name="connsiteY0" fmla="*/ 915122 h 2254942"/>
                <a:gd name="connsiteX1" fmla="*/ 529375 w 5451287"/>
                <a:gd name="connsiteY1" fmla="*/ 272134 h 2254942"/>
                <a:gd name="connsiteX2" fmla="*/ 1031240 w 5451287"/>
                <a:gd name="connsiteY2" fmla="*/ 7254 h 2254942"/>
                <a:gd name="connsiteX3" fmla="*/ 1189445 w 5451287"/>
                <a:gd name="connsiteY3" fmla="*/ 851985 h 2254942"/>
                <a:gd name="connsiteX4" fmla="*/ 3120175 w 5451287"/>
                <a:gd name="connsiteY4" fmla="*/ 1653893 h 2254942"/>
                <a:gd name="connsiteX5" fmla="*/ 4552042 w 5451287"/>
                <a:gd name="connsiteY5" fmla="*/ 1226454 h 2254942"/>
                <a:gd name="connsiteX6" fmla="*/ 5375003 w 5451287"/>
                <a:gd name="connsiteY6" fmla="*/ 886094 h 2254942"/>
                <a:gd name="connsiteX7" fmla="*/ 2631440 w 5451287"/>
                <a:gd name="connsiteY7" fmla="*/ 2254791 h 2254942"/>
                <a:gd name="connsiteX8" fmla="*/ 165462 w 5451287"/>
                <a:gd name="connsiteY8" fmla="*/ 1003297 h 2254942"/>
                <a:gd name="connsiteX0" fmla="*/ 0 w 5451287"/>
                <a:gd name="connsiteY0" fmla="*/ 913176 h 2252996"/>
                <a:gd name="connsiteX1" fmla="*/ 351575 w 5451287"/>
                <a:gd name="connsiteY1" fmla="*/ 478468 h 2252996"/>
                <a:gd name="connsiteX2" fmla="*/ 1031240 w 5451287"/>
                <a:gd name="connsiteY2" fmla="*/ 5308 h 2252996"/>
                <a:gd name="connsiteX3" fmla="*/ 1189445 w 5451287"/>
                <a:gd name="connsiteY3" fmla="*/ 850039 h 2252996"/>
                <a:gd name="connsiteX4" fmla="*/ 3120175 w 5451287"/>
                <a:gd name="connsiteY4" fmla="*/ 1651947 h 2252996"/>
                <a:gd name="connsiteX5" fmla="*/ 4552042 w 5451287"/>
                <a:gd name="connsiteY5" fmla="*/ 1224508 h 2252996"/>
                <a:gd name="connsiteX6" fmla="*/ 5375003 w 5451287"/>
                <a:gd name="connsiteY6" fmla="*/ 884148 h 2252996"/>
                <a:gd name="connsiteX7" fmla="*/ 2631440 w 5451287"/>
                <a:gd name="connsiteY7" fmla="*/ 2252845 h 2252996"/>
                <a:gd name="connsiteX8" fmla="*/ 165462 w 5451287"/>
                <a:gd name="connsiteY8" fmla="*/ 1001351 h 2252996"/>
                <a:gd name="connsiteX0" fmla="*/ 0 w 5451287"/>
                <a:gd name="connsiteY0" fmla="*/ 913176 h 2252996"/>
                <a:gd name="connsiteX1" fmla="*/ 351575 w 5451287"/>
                <a:gd name="connsiteY1" fmla="*/ 478468 h 2252996"/>
                <a:gd name="connsiteX2" fmla="*/ 1031240 w 5451287"/>
                <a:gd name="connsiteY2" fmla="*/ 5308 h 2252996"/>
                <a:gd name="connsiteX3" fmla="*/ 1189445 w 5451287"/>
                <a:gd name="connsiteY3" fmla="*/ 850039 h 2252996"/>
                <a:gd name="connsiteX4" fmla="*/ 3120175 w 5451287"/>
                <a:gd name="connsiteY4" fmla="*/ 1651947 h 2252996"/>
                <a:gd name="connsiteX5" fmla="*/ 4552042 w 5451287"/>
                <a:gd name="connsiteY5" fmla="*/ 1224508 h 2252996"/>
                <a:gd name="connsiteX6" fmla="*/ 5375003 w 5451287"/>
                <a:gd name="connsiteY6" fmla="*/ 884148 h 2252996"/>
                <a:gd name="connsiteX7" fmla="*/ 2631440 w 5451287"/>
                <a:gd name="connsiteY7" fmla="*/ 2252845 h 2252996"/>
                <a:gd name="connsiteX8" fmla="*/ 165462 w 5451287"/>
                <a:gd name="connsiteY8" fmla="*/ 1001351 h 2252996"/>
                <a:gd name="connsiteX0" fmla="*/ 0 w 5451287"/>
                <a:gd name="connsiteY0" fmla="*/ 911035 h 2250855"/>
                <a:gd name="connsiteX1" fmla="*/ 351575 w 5451287"/>
                <a:gd name="connsiteY1" fmla="*/ 476327 h 2250855"/>
                <a:gd name="connsiteX2" fmla="*/ 1031240 w 5451287"/>
                <a:gd name="connsiteY2" fmla="*/ 3167 h 2250855"/>
                <a:gd name="connsiteX3" fmla="*/ 1189445 w 5451287"/>
                <a:gd name="connsiteY3" fmla="*/ 847898 h 2250855"/>
                <a:gd name="connsiteX4" fmla="*/ 3120175 w 5451287"/>
                <a:gd name="connsiteY4" fmla="*/ 1649806 h 2250855"/>
                <a:gd name="connsiteX5" fmla="*/ 4552042 w 5451287"/>
                <a:gd name="connsiteY5" fmla="*/ 1222367 h 2250855"/>
                <a:gd name="connsiteX6" fmla="*/ 5375003 w 5451287"/>
                <a:gd name="connsiteY6" fmla="*/ 882007 h 2250855"/>
                <a:gd name="connsiteX7" fmla="*/ 2631440 w 5451287"/>
                <a:gd name="connsiteY7" fmla="*/ 2250704 h 2250855"/>
                <a:gd name="connsiteX8" fmla="*/ 165462 w 5451287"/>
                <a:gd name="connsiteY8" fmla="*/ 999210 h 2250855"/>
                <a:gd name="connsiteX0" fmla="*/ 0 w 5451287"/>
                <a:gd name="connsiteY0" fmla="*/ 907868 h 2247688"/>
                <a:gd name="connsiteX1" fmla="*/ 1031240 w 5451287"/>
                <a:gd name="connsiteY1" fmla="*/ 0 h 2247688"/>
                <a:gd name="connsiteX2" fmla="*/ 1189445 w 5451287"/>
                <a:gd name="connsiteY2" fmla="*/ 844731 h 2247688"/>
                <a:gd name="connsiteX3" fmla="*/ 3120175 w 5451287"/>
                <a:gd name="connsiteY3" fmla="*/ 1646639 h 2247688"/>
                <a:gd name="connsiteX4" fmla="*/ 4552042 w 5451287"/>
                <a:gd name="connsiteY4" fmla="*/ 1219200 h 2247688"/>
                <a:gd name="connsiteX5" fmla="*/ 5375003 w 5451287"/>
                <a:gd name="connsiteY5" fmla="*/ 878840 h 2247688"/>
                <a:gd name="connsiteX6" fmla="*/ 2631440 w 5451287"/>
                <a:gd name="connsiteY6" fmla="*/ 2247537 h 2247688"/>
                <a:gd name="connsiteX7" fmla="*/ 165462 w 5451287"/>
                <a:gd name="connsiteY7" fmla="*/ 996043 h 2247688"/>
                <a:gd name="connsiteX0" fmla="*/ 0 w 5497007"/>
                <a:gd name="connsiteY0" fmla="*/ 410301 h 2258121"/>
                <a:gd name="connsiteX1" fmla="*/ 1076960 w 5497007"/>
                <a:gd name="connsiteY1" fmla="*/ 10433 h 2258121"/>
                <a:gd name="connsiteX2" fmla="*/ 1235165 w 5497007"/>
                <a:gd name="connsiteY2" fmla="*/ 855164 h 2258121"/>
                <a:gd name="connsiteX3" fmla="*/ 3165895 w 5497007"/>
                <a:gd name="connsiteY3" fmla="*/ 1657072 h 2258121"/>
                <a:gd name="connsiteX4" fmla="*/ 4597762 w 5497007"/>
                <a:gd name="connsiteY4" fmla="*/ 1229633 h 2258121"/>
                <a:gd name="connsiteX5" fmla="*/ 5420723 w 5497007"/>
                <a:gd name="connsiteY5" fmla="*/ 889273 h 2258121"/>
                <a:gd name="connsiteX6" fmla="*/ 2677160 w 5497007"/>
                <a:gd name="connsiteY6" fmla="*/ 2257970 h 2258121"/>
                <a:gd name="connsiteX7" fmla="*/ 211182 w 5497007"/>
                <a:gd name="connsiteY7" fmla="*/ 1006476 h 2258121"/>
                <a:gd name="connsiteX0" fmla="*/ 0 w 5497007"/>
                <a:gd name="connsiteY0" fmla="*/ 410301 h 2258121"/>
                <a:gd name="connsiteX1" fmla="*/ 1076960 w 5497007"/>
                <a:gd name="connsiteY1" fmla="*/ 10433 h 2258121"/>
                <a:gd name="connsiteX2" fmla="*/ 1235165 w 5497007"/>
                <a:gd name="connsiteY2" fmla="*/ 855164 h 2258121"/>
                <a:gd name="connsiteX3" fmla="*/ 3165895 w 5497007"/>
                <a:gd name="connsiteY3" fmla="*/ 1657072 h 2258121"/>
                <a:gd name="connsiteX4" fmla="*/ 4597762 w 5497007"/>
                <a:gd name="connsiteY4" fmla="*/ 1229633 h 2258121"/>
                <a:gd name="connsiteX5" fmla="*/ 5420723 w 5497007"/>
                <a:gd name="connsiteY5" fmla="*/ 889273 h 2258121"/>
                <a:gd name="connsiteX6" fmla="*/ 2677160 w 5497007"/>
                <a:gd name="connsiteY6" fmla="*/ 2257970 h 2258121"/>
                <a:gd name="connsiteX7" fmla="*/ 33382 w 5497007"/>
                <a:gd name="connsiteY7" fmla="*/ 869316 h 2258121"/>
                <a:gd name="connsiteX0" fmla="*/ 0 w 5497007"/>
                <a:gd name="connsiteY0" fmla="*/ 410301 h 2258121"/>
                <a:gd name="connsiteX1" fmla="*/ 1076960 w 5497007"/>
                <a:gd name="connsiteY1" fmla="*/ 10433 h 2258121"/>
                <a:gd name="connsiteX2" fmla="*/ 1235165 w 5497007"/>
                <a:gd name="connsiteY2" fmla="*/ 855164 h 2258121"/>
                <a:gd name="connsiteX3" fmla="*/ 3165895 w 5497007"/>
                <a:gd name="connsiteY3" fmla="*/ 1657072 h 2258121"/>
                <a:gd name="connsiteX4" fmla="*/ 4597762 w 5497007"/>
                <a:gd name="connsiteY4" fmla="*/ 1229633 h 2258121"/>
                <a:gd name="connsiteX5" fmla="*/ 5420723 w 5497007"/>
                <a:gd name="connsiteY5" fmla="*/ 889273 h 2258121"/>
                <a:gd name="connsiteX6" fmla="*/ 2677160 w 5497007"/>
                <a:gd name="connsiteY6" fmla="*/ 2257970 h 2258121"/>
                <a:gd name="connsiteX7" fmla="*/ 23222 w 5497007"/>
                <a:gd name="connsiteY7" fmla="*/ 899796 h 2258121"/>
                <a:gd name="connsiteX0" fmla="*/ 0 w 5497007"/>
                <a:gd name="connsiteY0" fmla="*/ 410301 h 2258121"/>
                <a:gd name="connsiteX1" fmla="*/ 1076960 w 5497007"/>
                <a:gd name="connsiteY1" fmla="*/ 10433 h 2258121"/>
                <a:gd name="connsiteX2" fmla="*/ 1235165 w 5497007"/>
                <a:gd name="connsiteY2" fmla="*/ 855164 h 2258121"/>
                <a:gd name="connsiteX3" fmla="*/ 3165895 w 5497007"/>
                <a:gd name="connsiteY3" fmla="*/ 1657072 h 2258121"/>
                <a:gd name="connsiteX4" fmla="*/ 4597762 w 5497007"/>
                <a:gd name="connsiteY4" fmla="*/ 1229633 h 2258121"/>
                <a:gd name="connsiteX5" fmla="*/ 5420723 w 5497007"/>
                <a:gd name="connsiteY5" fmla="*/ 889273 h 2258121"/>
                <a:gd name="connsiteX6" fmla="*/ 2677160 w 5497007"/>
                <a:gd name="connsiteY6" fmla="*/ 2257970 h 2258121"/>
                <a:gd name="connsiteX7" fmla="*/ 23222 w 5497007"/>
                <a:gd name="connsiteY7" fmla="*/ 899796 h 2258121"/>
                <a:gd name="connsiteX0" fmla="*/ 0 w 5497007"/>
                <a:gd name="connsiteY0" fmla="*/ 421119 h 2268939"/>
                <a:gd name="connsiteX1" fmla="*/ 1076960 w 5497007"/>
                <a:gd name="connsiteY1" fmla="*/ 21251 h 2268939"/>
                <a:gd name="connsiteX2" fmla="*/ 1235165 w 5497007"/>
                <a:gd name="connsiteY2" fmla="*/ 865982 h 2268939"/>
                <a:gd name="connsiteX3" fmla="*/ 3165895 w 5497007"/>
                <a:gd name="connsiteY3" fmla="*/ 1667890 h 2268939"/>
                <a:gd name="connsiteX4" fmla="*/ 4597762 w 5497007"/>
                <a:gd name="connsiteY4" fmla="*/ 1240451 h 2268939"/>
                <a:gd name="connsiteX5" fmla="*/ 5420723 w 5497007"/>
                <a:gd name="connsiteY5" fmla="*/ 900091 h 2268939"/>
                <a:gd name="connsiteX6" fmla="*/ 2677160 w 5497007"/>
                <a:gd name="connsiteY6" fmla="*/ 2268788 h 2268939"/>
                <a:gd name="connsiteX7" fmla="*/ 23222 w 5497007"/>
                <a:gd name="connsiteY7" fmla="*/ 910614 h 2268939"/>
                <a:gd name="connsiteX0" fmla="*/ 0 w 5497007"/>
                <a:gd name="connsiteY0" fmla="*/ 421119 h 2268939"/>
                <a:gd name="connsiteX1" fmla="*/ 1076960 w 5497007"/>
                <a:gd name="connsiteY1" fmla="*/ 21251 h 2268939"/>
                <a:gd name="connsiteX2" fmla="*/ 1235165 w 5497007"/>
                <a:gd name="connsiteY2" fmla="*/ 865982 h 2268939"/>
                <a:gd name="connsiteX3" fmla="*/ 3165895 w 5497007"/>
                <a:gd name="connsiteY3" fmla="*/ 1667890 h 2268939"/>
                <a:gd name="connsiteX4" fmla="*/ 4597762 w 5497007"/>
                <a:gd name="connsiteY4" fmla="*/ 1240451 h 2268939"/>
                <a:gd name="connsiteX5" fmla="*/ 5420723 w 5497007"/>
                <a:gd name="connsiteY5" fmla="*/ 900091 h 2268939"/>
                <a:gd name="connsiteX6" fmla="*/ 2677160 w 5497007"/>
                <a:gd name="connsiteY6" fmla="*/ 2268788 h 2268939"/>
                <a:gd name="connsiteX7" fmla="*/ 23222 w 5497007"/>
                <a:gd name="connsiteY7" fmla="*/ 910614 h 2268939"/>
                <a:gd name="connsiteX0" fmla="*/ 0 w 5420725"/>
                <a:gd name="connsiteY0" fmla="*/ 421119 h 2268922"/>
                <a:gd name="connsiteX1" fmla="*/ 1076960 w 5420725"/>
                <a:gd name="connsiteY1" fmla="*/ 21251 h 2268922"/>
                <a:gd name="connsiteX2" fmla="*/ 1235165 w 5420725"/>
                <a:gd name="connsiteY2" fmla="*/ 865982 h 2268922"/>
                <a:gd name="connsiteX3" fmla="*/ 3165895 w 5420725"/>
                <a:gd name="connsiteY3" fmla="*/ 1667890 h 2268922"/>
                <a:gd name="connsiteX4" fmla="*/ 4597762 w 5420725"/>
                <a:gd name="connsiteY4" fmla="*/ 1240451 h 2268922"/>
                <a:gd name="connsiteX5" fmla="*/ 5420723 w 5420725"/>
                <a:gd name="connsiteY5" fmla="*/ 900091 h 2268922"/>
                <a:gd name="connsiteX6" fmla="*/ 2677160 w 5420725"/>
                <a:gd name="connsiteY6" fmla="*/ 2268788 h 2268922"/>
                <a:gd name="connsiteX7" fmla="*/ 23222 w 5420725"/>
                <a:gd name="connsiteY7" fmla="*/ 910614 h 2268922"/>
                <a:gd name="connsiteX0" fmla="*/ 0 w 5497007"/>
                <a:gd name="connsiteY0" fmla="*/ 421119 h 2268939"/>
                <a:gd name="connsiteX1" fmla="*/ 1076960 w 5497007"/>
                <a:gd name="connsiteY1" fmla="*/ 21251 h 2268939"/>
                <a:gd name="connsiteX2" fmla="*/ 1235165 w 5497007"/>
                <a:gd name="connsiteY2" fmla="*/ 865982 h 2268939"/>
                <a:gd name="connsiteX3" fmla="*/ 3165895 w 5497007"/>
                <a:gd name="connsiteY3" fmla="*/ 1667890 h 2268939"/>
                <a:gd name="connsiteX4" fmla="*/ 4597762 w 5497007"/>
                <a:gd name="connsiteY4" fmla="*/ 1240451 h 2268939"/>
                <a:gd name="connsiteX5" fmla="*/ 5420723 w 5497007"/>
                <a:gd name="connsiteY5" fmla="*/ 900091 h 2268939"/>
                <a:gd name="connsiteX6" fmla="*/ 2677160 w 5497007"/>
                <a:gd name="connsiteY6" fmla="*/ 2268788 h 2268939"/>
                <a:gd name="connsiteX7" fmla="*/ 23222 w 5497007"/>
                <a:gd name="connsiteY7" fmla="*/ 910614 h 2268939"/>
                <a:gd name="connsiteX0" fmla="*/ 0 w 5497007"/>
                <a:gd name="connsiteY0" fmla="*/ 421119 h 2268788"/>
                <a:gd name="connsiteX1" fmla="*/ 1076960 w 5497007"/>
                <a:gd name="connsiteY1" fmla="*/ 21251 h 2268788"/>
                <a:gd name="connsiteX2" fmla="*/ 1235165 w 5497007"/>
                <a:gd name="connsiteY2" fmla="*/ 865982 h 2268788"/>
                <a:gd name="connsiteX3" fmla="*/ 3165895 w 5497007"/>
                <a:gd name="connsiteY3" fmla="*/ 1667890 h 2268788"/>
                <a:gd name="connsiteX4" fmla="*/ 4597762 w 5497007"/>
                <a:gd name="connsiteY4" fmla="*/ 1240451 h 2268788"/>
                <a:gd name="connsiteX5" fmla="*/ 5420723 w 5497007"/>
                <a:gd name="connsiteY5" fmla="*/ 900091 h 2268788"/>
                <a:gd name="connsiteX6" fmla="*/ 2677160 w 5497007"/>
                <a:gd name="connsiteY6" fmla="*/ 2268788 h 2268788"/>
                <a:gd name="connsiteX7" fmla="*/ 23222 w 5497007"/>
                <a:gd name="connsiteY7" fmla="*/ 910614 h 2268788"/>
                <a:gd name="connsiteX0" fmla="*/ 0 w 5497007"/>
                <a:gd name="connsiteY0" fmla="*/ 421119 h 2268788"/>
                <a:gd name="connsiteX1" fmla="*/ 1076960 w 5497007"/>
                <a:gd name="connsiteY1" fmla="*/ 21251 h 2268788"/>
                <a:gd name="connsiteX2" fmla="*/ 1235165 w 5497007"/>
                <a:gd name="connsiteY2" fmla="*/ 865982 h 2268788"/>
                <a:gd name="connsiteX3" fmla="*/ 3165895 w 5497007"/>
                <a:gd name="connsiteY3" fmla="*/ 1667890 h 2268788"/>
                <a:gd name="connsiteX4" fmla="*/ 4597762 w 5497007"/>
                <a:gd name="connsiteY4" fmla="*/ 1240451 h 2268788"/>
                <a:gd name="connsiteX5" fmla="*/ 5420723 w 5497007"/>
                <a:gd name="connsiteY5" fmla="*/ 900091 h 2268788"/>
                <a:gd name="connsiteX6" fmla="*/ 2677160 w 5497007"/>
                <a:gd name="connsiteY6" fmla="*/ 2268788 h 2268788"/>
                <a:gd name="connsiteX7" fmla="*/ 23222 w 5497007"/>
                <a:gd name="connsiteY7" fmla="*/ 910614 h 2268788"/>
                <a:gd name="connsiteX0" fmla="*/ 0 w 5497007"/>
                <a:gd name="connsiteY0" fmla="*/ 421119 h 2268788"/>
                <a:gd name="connsiteX1" fmla="*/ 1076960 w 5497007"/>
                <a:gd name="connsiteY1" fmla="*/ 21251 h 2268788"/>
                <a:gd name="connsiteX2" fmla="*/ 1235165 w 5497007"/>
                <a:gd name="connsiteY2" fmla="*/ 865982 h 2268788"/>
                <a:gd name="connsiteX3" fmla="*/ 3165895 w 5497007"/>
                <a:gd name="connsiteY3" fmla="*/ 1667890 h 2268788"/>
                <a:gd name="connsiteX4" fmla="*/ 4597762 w 5497007"/>
                <a:gd name="connsiteY4" fmla="*/ 1240451 h 2268788"/>
                <a:gd name="connsiteX5" fmla="*/ 5420723 w 5497007"/>
                <a:gd name="connsiteY5" fmla="*/ 900091 h 2268788"/>
                <a:gd name="connsiteX6" fmla="*/ 2677160 w 5497007"/>
                <a:gd name="connsiteY6" fmla="*/ 2268788 h 2268788"/>
                <a:gd name="connsiteX7" fmla="*/ 23222 w 5497007"/>
                <a:gd name="connsiteY7" fmla="*/ 910614 h 2268788"/>
                <a:gd name="connsiteX0" fmla="*/ 0 w 5366574"/>
                <a:gd name="connsiteY0" fmla="*/ 421119 h 2268788"/>
                <a:gd name="connsiteX1" fmla="*/ 1076960 w 5366574"/>
                <a:gd name="connsiteY1" fmla="*/ 21251 h 2268788"/>
                <a:gd name="connsiteX2" fmla="*/ 1235165 w 5366574"/>
                <a:gd name="connsiteY2" fmla="*/ 865982 h 2268788"/>
                <a:gd name="connsiteX3" fmla="*/ 3165895 w 5366574"/>
                <a:gd name="connsiteY3" fmla="*/ 1667890 h 2268788"/>
                <a:gd name="connsiteX4" fmla="*/ 4597762 w 5366574"/>
                <a:gd name="connsiteY4" fmla="*/ 1240451 h 2268788"/>
                <a:gd name="connsiteX5" fmla="*/ 5280515 w 5366574"/>
                <a:gd name="connsiteY5" fmla="*/ 961051 h 2268788"/>
                <a:gd name="connsiteX6" fmla="*/ 2677160 w 5366574"/>
                <a:gd name="connsiteY6" fmla="*/ 2268788 h 2268788"/>
                <a:gd name="connsiteX7" fmla="*/ 23222 w 5366574"/>
                <a:gd name="connsiteY7" fmla="*/ 910614 h 2268788"/>
                <a:gd name="connsiteX0" fmla="*/ 0 w 5363630"/>
                <a:gd name="connsiteY0" fmla="*/ 421119 h 2249738"/>
                <a:gd name="connsiteX1" fmla="*/ 1076960 w 5363630"/>
                <a:gd name="connsiteY1" fmla="*/ 21251 h 2249738"/>
                <a:gd name="connsiteX2" fmla="*/ 1235165 w 5363630"/>
                <a:gd name="connsiteY2" fmla="*/ 865982 h 2249738"/>
                <a:gd name="connsiteX3" fmla="*/ 3165895 w 5363630"/>
                <a:gd name="connsiteY3" fmla="*/ 1667890 h 2249738"/>
                <a:gd name="connsiteX4" fmla="*/ 4597762 w 5363630"/>
                <a:gd name="connsiteY4" fmla="*/ 1240451 h 2249738"/>
                <a:gd name="connsiteX5" fmla="*/ 5280515 w 5363630"/>
                <a:gd name="connsiteY5" fmla="*/ 961051 h 2249738"/>
                <a:gd name="connsiteX6" fmla="*/ 2724785 w 5363630"/>
                <a:gd name="connsiteY6" fmla="*/ 2249738 h 2249738"/>
                <a:gd name="connsiteX7" fmla="*/ 23222 w 5363630"/>
                <a:gd name="connsiteY7" fmla="*/ 910614 h 22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63630" h="2249738">
                  <a:moveTo>
                    <a:pt x="0" y="421119"/>
                  </a:moveTo>
                  <a:cubicBezTo>
                    <a:pt x="358987" y="287830"/>
                    <a:pt x="1165739" y="-93533"/>
                    <a:pt x="1076960" y="21251"/>
                  </a:cubicBezTo>
                  <a:cubicBezTo>
                    <a:pt x="988181" y="136035"/>
                    <a:pt x="887009" y="591542"/>
                    <a:pt x="1235165" y="865982"/>
                  </a:cubicBezTo>
                  <a:cubicBezTo>
                    <a:pt x="1583321" y="1140422"/>
                    <a:pt x="2713836" y="1610559"/>
                    <a:pt x="3165895" y="1667890"/>
                  </a:cubicBezTo>
                  <a:cubicBezTo>
                    <a:pt x="3617955" y="1725222"/>
                    <a:pt x="4245325" y="1358257"/>
                    <a:pt x="4597762" y="1240451"/>
                  </a:cubicBezTo>
                  <a:cubicBezTo>
                    <a:pt x="4950199" y="1122645"/>
                    <a:pt x="5592678" y="792837"/>
                    <a:pt x="5280515" y="961051"/>
                  </a:cubicBezTo>
                  <a:cubicBezTo>
                    <a:pt x="4968352" y="1129265"/>
                    <a:pt x="2821333" y="2220638"/>
                    <a:pt x="2724785" y="2249738"/>
                  </a:cubicBezTo>
                  <a:cubicBezTo>
                    <a:pt x="2653423" y="2150557"/>
                    <a:pt x="343782" y="1108407"/>
                    <a:pt x="23222" y="910614"/>
                  </a:cubicBezTo>
                </a:path>
              </a:pathLst>
            </a:custGeom>
            <a:solidFill>
              <a:srgbClr val="186676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Sechseck 65">
              <a:extLst>
                <a:ext uri="{FF2B5EF4-FFF2-40B4-BE49-F238E27FC236}">
                  <a16:creationId xmlns:a16="http://schemas.microsoft.com/office/drawing/2014/main" id="{A7FC3C44-924E-4086-B105-2146C033D0C7}"/>
                </a:ext>
              </a:extLst>
            </p:cNvPr>
            <p:cNvSpPr/>
            <p:nvPr/>
          </p:nvSpPr>
          <p:spPr>
            <a:xfrm rot="16200000">
              <a:off x="2901383" y="789588"/>
              <a:ext cx="5843098" cy="5397388"/>
            </a:xfrm>
            <a:prstGeom prst="hexagon">
              <a:avLst/>
            </a:prstGeom>
            <a:noFill/>
            <a:ln w="127000">
              <a:solidFill>
                <a:srgbClr val="186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4083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Ebrima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Bernhard Kühn</dc:creator>
  <cp:lastModifiedBy>Bernhard Kühn</cp:lastModifiedBy>
  <cp:revision>34</cp:revision>
  <dcterms:created xsi:type="dcterms:W3CDTF">2025-06-11T06:36:32Z</dcterms:created>
  <dcterms:modified xsi:type="dcterms:W3CDTF">2025-06-12T08:56:14Z</dcterms:modified>
</cp:coreProperties>
</file>